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74" r:id="rId4"/>
    <p:sldId id="275" r:id="rId5"/>
    <p:sldId id="259" r:id="rId6"/>
    <p:sldId id="260" r:id="rId7"/>
    <p:sldId id="272" r:id="rId8"/>
    <p:sldId id="262" r:id="rId9"/>
    <p:sldId id="263" r:id="rId10"/>
    <p:sldId id="273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373BC-756C-9947-D7F4-7EF02F453481}" v="8" dt="2026-07-22T11:04:40.345"/>
    <p1510:client id="{A2F7B59D-34B7-EC53-B3A4-86C845347CED}" v="1" dt="2026-07-22T10:58:13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Financial Question Answering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7936992" cy="2240280"/>
          </a:xfrm>
        </p:spPr>
        <p:txBody>
          <a:bodyPr>
            <a:normAutofit fontScale="475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Vishnuvardhan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Chowdary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CB.SC.U4AIE23219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 Harsha Vardhan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CB.SC.U4AIE23220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Charuhas Reddy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CB.SC.U4AIE23233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Bhasith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Reddy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CB.SC.U4AIE23264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C09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Ardra P.S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BD3B-DB92-8D55-29E6-92544C30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2B4D-92D7-EF56-E031-34FD3D1E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BD554-7DDD-FF2C-D4B9-F9D25FB52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746" y="1426430"/>
            <a:ext cx="8229600" cy="5282101"/>
          </a:xfrm>
        </p:spPr>
        <p:txBody>
          <a:bodyPr>
            <a:normAutofit/>
          </a:bodyPr>
          <a:lstStyle/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10-K filings are dense, numerically precise disclosures; manual cross-company, cross-year reasoning is slow and error-prone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LLMs hallucinate on financial facts, standard RAG retrieves flat, disconnected passages that can't support multi-hop reasoning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Graph-augmented RAG enables structured, auditable retrieval, but efficient, query-aware agent usage remains an open problem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LLM-assistant adoption in finance makes accuracy and traceability non-negotiable and not optional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Motivates a system that's graph-aware, reasoning-aware, and efficiency-aware, not just retrieval-aware</a:t>
            </a:r>
          </a:p>
        </p:txBody>
      </p:sp>
    </p:spTree>
    <p:extLst>
      <p:ext uri="{BB962C8B-B14F-4D97-AF65-F5344CB8AC3E}">
        <p14:creationId xmlns:p14="http://schemas.microsoft.com/office/powerpoint/2010/main" val="481573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CCF95-1BC8-E582-9DE4-2217BDCD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CC31-54A1-8670-9CC5-2DDF827A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97024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2F43A3-E195-D875-9B58-B08F59701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650848"/>
              </p:ext>
            </p:extLst>
          </p:nvPr>
        </p:nvGraphicFramePr>
        <p:xfrm>
          <a:off x="166787" y="814665"/>
          <a:ext cx="8903322" cy="5638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7765">
                  <a:extLst>
                    <a:ext uri="{9D8B030D-6E8A-4147-A177-3AD203B41FA5}">
                      <a16:colId xmlns:a16="http://schemas.microsoft.com/office/drawing/2014/main" val="3873665657"/>
                    </a:ext>
                  </a:extLst>
                </a:gridCol>
                <a:gridCol w="2330975">
                  <a:extLst>
                    <a:ext uri="{9D8B030D-6E8A-4147-A177-3AD203B41FA5}">
                      <a16:colId xmlns:a16="http://schemas.microsoft.com/office/drawing/2014/main" val="2544511511"/>
                    </a:ext>
                  </a:extLst>
                </a:gridCol>
                <a:gridCol w="1463254">
                  <a:extLst>
                    <a:ext uri="{9D8B030D-6E8A-4147-A177-3AD203B41FA5}">
                      <a16:colId xmlns:a16="http://schemas.microsoft.com/office/drawing/2014/main" val="2107193030"/>
                    </a:ext>
                  </a:extLst>
                </a:gridCol>
                <a:gridCol w="2055801">
                  <a:extLst>
                    <a:ext uri="{9D8B030D-6E8A-4147-A177-3AD203B41FA5}">
                      <a16:colId xmlns:a16="http://schemas.microsoft.com/office/drawing/2014/main" val="1308968879"/>
                    </a:ext>
                  </a:extLst>
                </a:gridCol>
                <a:gridCol w="1505527">
                  <a:extLst>
                    <a:ext uri="{9D8B030D-6E8A-4147-A177-3AD203B41FA5}">
                      <a16:colId xmlns:a16="http://schemas.microsoft.com/office/drawing/2014/main" val="2728324336"/>
                    </a:ext>
                  </a:extLst>
                </a:gridCol>
              </a:tblGrid>
              <a:tr h="39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223698"/>
                  </a:ext>
                </a:extLst>
              </a:tr>
              <a:tr h="1833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GraphRAG</a:t>
                      </a: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From Local to Global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(Edge et al.,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an LLM-generated knowledge graph, applies Leiden community detection, answers queries via map-reduce over community summaries.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private document corpora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comprehensiveness and diversity over vanilla RAG, with lower token cost than map-reduce summarization.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for summarization, not financial QA; graph construction is expensive.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428963"/>
                  </a:ext>
                </a:extLst>
              </a:tr>
              <a:tr h="16810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Think-on-Graph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(Sun et al., 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Treats the LLM as a graph-traversal agent, iteratively exploring entities and relations via beam search to build explicit multi-hop reasoning paths.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General-domain knowledge graph</a:t>
                      </a:r>
                    </a:p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WebQSP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CWQ,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GrailQA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multi-hop reasoning accuracy than conventional KGQA and RAG baselines, with interpretable reasoning paths.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evaluated on financial documents; traversal becomes computationally expensive on very large graphs.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593987"/>
                  </a:ext>
                </a:extLst>
              </a:tr>
              <a:tr h="17239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HybridRAG</a:t>
                      </a:r>
                      <a:r>
                        <a:rPr 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(Sarmah et al.,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semantic vector retrieval with knowledge graph retrieval, fusing both contexts before answer generation.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Nifty-50 earnings call transcripts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Outperformed standalone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VectorRAG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GraphRAG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retrieval quality and answer generation for financial QA.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retrieval pipeline with no adaptive routing; limited to earnings call transcripts.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11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42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B35F-EA22-D3DA-5CD7-91CE2AF1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3A28-A0E5-EAB3-7534-D787DD00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6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998169-56BA-1855-143D-31064CA5C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936424"/>
              </p:ext>
            </p:extLst>
          </p:nvPr>
        </p:nvGraphicFramePr>
        <p:xfrm>
          <a:off x="166256" y="1063867"/>
          <a:ext cx="8876145" cy="4602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9344">
                  <a:extLst>
                    <a:ext uri="{9D8B030D-6E8A-4147-A177-3AD203B41FA5}">
                      <a16:colId xmlns:a16="http://schemas.microsoft.com/office/drawing/2014/main" val="3873665657"/>
                    </a:ext>
                  </a:extLst>
                </a:gridCol>
                <a:gridCol w="2475345">
                  <a:extLst>
                    <a:ext uri="{9D8B030D-6E8A-4147-A177-3AD203B41FA5}">
                      <a16:colId xmlns:a16="http://schemas.microsoft.com/office/drawing/2014/main" val="2544511511"/>
                    </a:ext>
                  </a:extLst>
                </a:gridCol>
                <a:gridCol w="1390998">
                  <a:extLst>
                    <a:ext uri="{9D8B030D-6E8A-4147-A177-3AD203B41FA5}">
                      <a16:colId xmlns:a16="http://schemas.microsoft.com/office/drawing/2014/main" val="2107193030"/>
                    </a:ext>
                  </a:extLst>
                </a:gridCol>
                <a:gridCol w="1775229">
                  <a:extLst>
                    <a:ext uri="{9D8B030D-6E8A-4147-A177-3AD203B41FA5}">
                      <a16:colId xmlns:a16="http://schemas.microsoft.com/office/drawing/2014/main" val="1308968879"/>
                    </a:ext>
                  </a:extLst>
                </a:gridCol>
                <a:gridCol w="1775229">
                  <a:extLst>
                    <a:ext uri="{9D8B030D-6E8A-4147-A177-3AD203B41FA5}">
                      <a16:colId xmlns:a16="http://schemas.microsoft.com/office/drawing/2014/main" val="2728324336"/>
                    </a:ext>
                  </a:extLst>
                </a:gridCol>
              </a:tblGrid>
              <a:tr h="52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223698"/>
                  </a:ext>
                </a:extLst>
              </a:tr>
              <a:tr h="1629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Adaptive-RAG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(Jeong et al.,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Trains a lightweight classifier to predict query complexity, then routes each query to no-retrieval / single-step / multi-step strategies instead of one fixed pipeline</a:t>
                      </a:r>
                    </a:p>
                    <a:p>
                      <a:pPr>
                        <a:buNone/>
                      </a:pP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TriviaQA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HotpotQA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MuSiQue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2WikiMultiHopQA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Matches accuracy of always-expensive multi-step retrieval while cutting average retrieval/generation steps </a:t>
                      </a:r>
                      <a:r>
                        <a:rPr 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1.03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open-domain QA only — no graph-structured evidence, no financial domain, complexity signal is purely query-based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428963"/>
                  </a:ext>
                </a:extLst>
              </a:tr>
              <a:tr h="244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FinReflectKG-MultiHop</a:t>
                      </a:r>
                      <a:r>
                        <a:rPr 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(Arun et al.,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a multi-hop financial QA benchmark by mining 2–3 hop subgraphs from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FinReflectKG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comparing KG-path retrieval against page-window retrieval.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FinReflectKG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KG-guided retrieval improved accuracy by ~24% while cutting token usage by ~84.5% vs. page-window retrieval.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benchmark, not a QA system; evaluates retrieval strategies rather than adaptive agents.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593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03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3292"/>
            <a:ext cx="8229600" cy="4525963"/>
          </a:xfrm>
        </p:spPr>
        <p:txBody>
          <a:bodyPr>
            <a:normAutofit/>
          </a:bodyPr>
          <a:lstStyle/>
          <a:p>
            <a:pPr lvl="0"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adaptive retrieval strategy:-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HybridRAG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one fixed retrieval pipeline to every query; Think-on-Graph does adaptive traversal but only on general-domain KGs, never financial. No reviewed work routes queries by complexity in the financial domain.</a:t>
            </a:r>
          </a:p>
          <a:p>
            <a:pPr lvl="0"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 and reasoning accuracy are conflated:-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FinReflectKG-MultiHop shows KG-guided retrieval improves correctness by ~24%, but this measures retrieval, not whether the LLM reasons correctly over evidence once retrieved.</a:t>
            </a:r>
          </a:p>
          <a:p>
            <a:pPr lvl="0"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end-to-end evaluated QA system on this KG:-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FinReflectKG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the KG; FinReflectKG-MultiHop is benchmark-only;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HybridRAG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on earnings calls, not this KG. No reviewed work builds and evaluates an agentic system on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FinReflectKG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traceable, claim-level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53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869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financial reports contain interconnected textual and numerical information spread across multiple sections and fiscal years. Existing RAG systems struggle with multi-hop financial reasoning, treat all queries with the same retrieval strategy, and provide limited evidence traceability. This project addresses these challenges through an adaptive agentic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that combines graph-based retrieval, symbolic financial reasoning, and claim-level provenance verification.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FB91E2-1BB0-3034-86D8-FE80DF007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138363"/>
              </p:ext>
            </p:extLst>
          </p:nvPr>
        </p:nvGraphicFramePr>
        <p:xfrm>
          <a:off x="633046" y="3326850"/>
          <a:ext cx="8229600" cy="32308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17816004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4703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Scope</a:t>
                      </a:r>
                      <a:endParaRPr lang="en-GB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of Scope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51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GraphRAG for financial question answering using FinReflectKG</a:t>
                      </a:r>
                      <a:endParaRPr lang="en-GB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the knowledge graph (pre-existing dataset)</a:t>
                      </a:r>
                      <a:endParaRPr lang="en-GB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75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query routing based on query complexity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or modifying the benchmark dataset</a:t>
                      </a:r>
                      <a:endParaRPr lang="en-GB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8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retrieval (knowledge graph + vector search)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Live/real-time financial market data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081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Symbolic financial computation (e.g., ratios, growth rates)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forecasting or investment recommendations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17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Claim-level provenance and evidence verification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coverage of all companies </a:t>
                      </a:r>
                      <a:endParaRPr lang="en-GB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2305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E973-BBA0-A9F3-4251-017105F8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E73F-632D-43C0-2310-5654424E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05BC-249E-A902-81AB-95AB5ABC6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1417638"/>
            <a:ext cx="8229600" cy="4525963"/>
          </a:xfrm>
        </p:spPr>
        <p:txBody>
          <a:bodyPr>
            <a:normAutofit/>
          </a:bodyPr>
          <a:lstStyle/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agentic retrieval system over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FinReflectKG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combining graph traversal, hybrid passage search, and symbolic computation for multi-hop financial QA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query-adaptive retrieval controller: lightweight or comprehensive retrieval based on estimated question complexity, not one uniform strategy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system across staged configurations to quantify how retrieval, graph enrichment, and adaptive routing each contribute to accuracy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mitigate the gap between retrieval quality and reasoning accuracy through structured evidence formatting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efficiency and traceability: latency/compute savings from routing, and how well answers trace back to retrieved evidence</a:t>
            </a:r>
          </a:p>
        </p:txBody>
      </p:sp>
    </p:spTree>
    <p:extLst>
      <p:ext uri="{BB962C8B-B14F-4D97-AF65-F5344CB8AC3E}">
        <p14:creationId xmlns:p14="http://schemas.microsoft.com/office/powerpoint/2010/main" val="196848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9563" y="23090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56EB49C-1EEA-A316-3E57-5D4EEEBFC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96"/>
          <a:stretch>
            <a:fillRect/>
          </a:stretch>
        </p:blipFill>
        <p:spPr>
          <a:xfrm>
            <a:off x="0" y="1073727"/>
            <a:ext cx="8968509" cy="5557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9470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&amp;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DCB4C0-CE4F-2A10-D4A1-8450F88B7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130215"/>
              </p:ext>
            </p:extLst>
          </p:nvPr>
        </p:nvGraphicFramePr>
        <p:xfrm>
          <a:off x="1213339" y="857819"/>
          <a:ext cx="6963507" cy="5702381"/>
        </p:xfrm>
        <a:graphic>
          <a:graphicData uri="http://schemas.openxmlformats.org/drawingml/2006/table">
            <a:tbl>
              <a:tblPr/>
              <a:tblGrid>
                <a:gridCol w="1600199">
                  <a:extLst>
                    <a:ext uri="{9D8B030D-6E8A-4147-A177-3AD203B41FA5}">
                      <a16:colId xmlns:a16="http://schemas.microsoft.com/office/drawing/2014/main" val="4061201174"/>
                    </a:ext>
                  </a:extLst>
                </a:gridCol>
                <a:gridCol w="1859200">
                  <a:extLst>
                    <a:ext uri="{9D8B030D-6E8A-4147-A177-3AD203B41FA5}">
                      <a16:colId xmlns:a16="http://schemas.microsoft.com/office/drawing/2014/main" val="1476852187"/>
                    </a:ext>
                  </a:extLst>
                </a:gridCol>
                <a:gridCol w="1729700">
                  <a:extLst>
                    <a:ext uri="{9D8B030D-6E8A-4147-A177-3AD203B41FA5}">
                      <a16:colId xmlns:a16="http://schemas.microsoft.com/office/drawing/2014/main" val="2609860711"/>
                    </a:ext>
                  </a:extLst>
                </a:gridCol>
                <a:gridCol w="1774408">
                  <a:extLst>
                    <a:ext uri="{9D8B030D-6E8A-4147-A177-3AD203B41FA5}">
                      <a16:colId xmlns:a16="http://schemas.microsoft.com/office/drawing/2014/main" val="1317107642"/>
                    </a:ext>
                  </a:extLst>
                </a:gridCol>
              </a:tblGrid>
              <a:tr h="50336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GB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Technique/Tool Chosen</a:t>
                      </a:r>
                      <a:endParaRPr lang="en-GB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Alternatives Considered</a:t>
                      </a:r>
                      <a:endParaRPr lang="en-GB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Chosen?</a:t>
                      </a:r>
                      <a:endParaRPr lang="en-GB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489251"/>
                  </a:ext>
                </a:extLst>
              </a:tr>
              <a:tr h="10137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model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bge-base-en-v1.5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nomic-embed-text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Stronger retrieval quality with query-instruction prefixing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869564"/>
                  </a:ext>
                </a:extLst>
              </a:tr>
              <a:tr h="74891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database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Neo4j </a:t>
                      </a:r>
                      <a:r>
                        <a:rPr lang="en-GB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AuraDB</a:t>
                      </a: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Self-hosted graph DB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team collaboration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02759"/>
                  </a:ext>
                </a:extLst>
              </a:tr>
              <a:tr h="733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orchestration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LangGraph</a:t>
                      </a: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agent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tool-calling loop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Mature multi-tool routing framework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41818"/>
                  </a:ext>
                </a:extLst>
              </a:tr>
              <a:tr h="110665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 3.3 70B 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hosted LLMs (Qwen3)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Low-latency inference &amp; cost-effective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965503"/>
                  </a:ext>
                </a:extLst>
              </a:tr>
              <a:tr h="9631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 signal for routing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Personalized PageRank (Neo4j GDS)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heuristic rules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graph algorithm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37482"/>
                  </a:ext>
                </a:extLst>
              </a:tr>
              <a:tr h="63317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Provenance scoring</a:t>
                      </a:r>
                      <a:endParaRPr lang="en-GB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Claim-level KG verification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Answer-level verification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Finer-grained traceability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10" marR="40410" marT="20205" marB="20205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64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6563-9346-9D29-F83D-1E87A7E9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FF24-5A5F-6FBA-263E-500220A4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5149-40D1-C4E3-5C92-39F3A8527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agentic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prototype: graph traversal, hybrid retrieval, and symbolic computation over the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FinReflectKG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knowledge graph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functioning adaptive routing layer with quantified latency/compute savings vs always running full retrieval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evaluated improvement for the retrieval-vs-reasoning gap (evidence retrieved correctly but underused) shown via before/after accuracy with structured evidence formatting</a:t>
            </a:r>
          </a:p>
          <a:p>
            <a:pPr lvl="0"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by question type (temporal / cross-company / intra-document) + claim-level provenance scores, consolidated into a final comparison report</a:t>
            </a:r>
          </a:p>
        </p:txBody>
      </p:sp>
    </p:spTree>
    <p:extLst>
      <p:ext uri="{BB962C8B-B14F-4D97-AF65-F5344CB8AC3E}">
        <p14:creationId xmlns:p14="http://schemas.microsoft.com/office/powerpoint/2010/main" val="322446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00"/>
          </a:xfrm>
        </p:spPr>
        <p:txBody>
          <a:bodyPr>
            <a:normAutofit/>
          </a:bodyPr>
          <a:lstStyle/>
          <a:p>
            <a:pPr lvl="0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alignment: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services / fintech, specifically equity research, credit analysis, and regulatory/compliance review, where analysts manually cross-reference across companies and years</a:t>
            </a:r>
          </a:p>
          <a:p>
            <a:pPr marL="0" lvl="0" indent="0" algn="just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use-case: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analyst copilot for multi-hop financial question answering with traceable, auditable evidence to support due diligence, investment research, and compliance workflows.</a:t>
            </a:r>
          </a:p>
          <a:p>
            <a:pPr marL="0" lvl="0" indent="0" algn="just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Relevance: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Explainable, traceable outputs help build trust in AI-assisted financial analysis and support regulatory compliance.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687" y="-271104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90F70BA-1AE4-8191-11F0-75EEA0D25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965700"/>
              </p:ext>
            </p:extLst>
          </p:nvPr>
        </p:nvGraphicFramePr>
        <p:xfrm>
          <a:off x="594703" y="683492"/>
          <a:ext cx="8013584" cy="5874112"/>
        </p:xfrm>
        <a:graphic>
          <a:graphicData uri="http://schemas.openxmlformats.org/drawingml/2006/table">
            <a:tbl>
              <a:tblPr firstRow="1" firstCol="1" bandRow="1"/>
              <a:tblGrid>
                <a:gridCol w="2824040">
                  <a:extLst>
                    <a:ext uri="{9D8B030D-6E8A-4147-A177-3AD203B41FA5}">
                      <a16:colId xmlns:a16="http://schemas.microsoft.com/office/drawing/2014/main" val="218121791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2928743028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1724497368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3924981907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2318839503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811972187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531620366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4168274267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1445427091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3127001081"/>
                    </a:ext>
                  </a:extLst>
                </a:gridCol>
              </a:tblGrid>
              <a:tr h="14603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>
                          <a:effectLst/>
                        </a:rPr>
                        <a:t>‘26</a:t>
                      </a:r>
                      <a:endParaRPr lang="en-IN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‘27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747126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July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Aug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Sep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Oct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Nov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Dec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Jan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Feb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Mar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03387088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&amp; dataset exploration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3452543591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  &amp;  Neo4j setup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670128608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retrieval (Vector RAG)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6453884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Routing (PPR, Confidence Signal) and Entity extraction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003456462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Hybrid Retrieval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3410732702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Mid Project Review and Retrieval refinement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560016466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Evidence Formatting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207007599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Symbolic Financial Computation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129566659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 Level provenance Scoring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2367130296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574918454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consolidation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031364092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report + paper writing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2013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Roles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BB2F99F-FAFC-67B2-A7BA-27C004EA2A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793531"/>
              </p:ext>
            </p:extLst>
          </p:nvPr>
        </p:nvGraphicFramePr>
        <p:xfrm>
          <a:off x="457200" y="1600200"/>
          <a:ext cx="8229600" cy="4028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8006299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18801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Charuhas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&amp; Knowledge Graph — FinReflectKG ingestion, Neo4j setup, graph pattern mining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20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Harsha Vardhan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Retrieval Core — vector search, graph traversal, symbolic computation tools, agent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6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Vishnuvardhan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Routing &amp; Evidence Formatting — complexity estimator, routing controller, structured formatting 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43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Bhasith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Sai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&amp; Provenance — claim-level verification, accuracy analysis, latency/cost benchmarking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7749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6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Edge et al.,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"From Local to Global: A Graph RAG Approach to Query-Focused Summarization,"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arXiv:2404.16130, Apr. 2024. </a:t>
            </a:r>
          </a:p>
          <a:p>
            <a:pPr marL="0" indent="0" algn="just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Sun et al.,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"Think-on-Graph: Deep and Responsible Reasoning of Large Language Model on Knowledge Graph,"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International Conference on Learning Representations (ICLR), 2024. </a:t>
            </a:r>
          </a:p>
          <a:p>
            <a:pPr marL="0" indent="0" algn="just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 Sarmah, B. Hall, R. Rao, S. Patel, S. Pasquali, and D. Mehta,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HybridRAG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Integrating Knowledge Graphs and Vector Retrieval Augmented Generation for Efficient Information Extraction,"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International Conference on AI in Finance (ICAIF), 2024. </a:t>
            </a:r>
          </a:p>
          <a:p>
            <a:pPr marL="0" indent="0" algn="just">
              <a:buNone/>
            </a:pPr>
            <a:endParaRPr lang="en-GB" sz="1600" dirty="0"/>
          </a:p>
          <a:p>
            <a:pPr marL="0" indent="0" algn="just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Jeong, J. Baek, S. Cho, S. J. Hwang, and J. C. Park,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"Adaptive-RAG: Learning to Adapt Retrieval-Augmented Large Language Models through Question Complexity,"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 Conference of the North American Chapter of the Association for Computational Linguistics: Human Language Technologies (NAACL-HLT), 2024.</a:t>
            </a:r>
          </a:p>
          <a:p>
            <a:pPr marL="0" indent="0" algn="just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Arun, R. R. Harsh, B. Sarmah, and S. Pasquali,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"FinReflectKG-MultiHop: Financial QA Benchmark for Reasoning with Knowledge Graph Evidence,"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arXiv:2510.02906,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1616</Words>
  <Application>Microsoft Office PowerPoint</Application>
  <PresentationFormat>On-screen Show (4:3)</PresentationFormat>
  <Paragraphs>292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Agentic GraphRAG for Financial Question Answering</vt:lpstr>
      <vt:lpstr>Introduction &amp; Motivation</vt:lpstr>
      <vt:lpstr>Literature Review</vt:lpstr>
      <vt:lpstr>Literature Review</vt:lpstr>
      <vt:lpstr>Research Gap</vt:lpstr>
      <vt:lpstr>Problem Statement</vt:lpstr>
      <vt:lpstr>Objectives</vt:lpstr>
      <vt:lpstr>Proposed Methodology</vt:lpstr>
      <vt:lpstr>Techniques &amp; Tools</vt:lpstr>
      <vt:lpstr>Expected Outcomes</vt:lpstr>
      <vt:lpstr>Industry Relevance</vt:lpstr>
      <vt:lpstr>Timeline</vt:lpstr>
      <vt:lpstr>Team Roles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Harsha Vardhan C.B</cp:lastModifiedBy>
  <cp:revision>114</cp:revision>
  <dcterms:created xsi:type="dcterms:W3CDTF">2013-01-27T09:14:16Z</dcterms:created>
  <dcterms:modified xsi:type="dcterms:W3CDTF">2026-08-03T06:47:17Z</dcterms:modified>
  <cp:category/>
</cp:coreProperties>
</file>