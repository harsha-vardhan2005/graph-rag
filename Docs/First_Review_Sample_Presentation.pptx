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373BC-756C-9947-D7F4-7EF02F453481}" v="8" dt="2026-07-22T11:04:40.345"/>
    <p1510:client id="{A2F7B59D-34B7-EC53-B3A4-86C845347CED}" v="1" dt="2026-07-22T10:58:13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4:02:18.2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727 1255 24575,'108'-19'0,"115"-29"0,893-238-2932,-373 90 1524,-631 171 1523,-102 23 194,-28 4 397,-12 1 245,-399 44 1361,150-12-2529,-508 11 152,-11-42 279,605-5-199,189 1-15,-1 0 0,1 1 0,0-1 0,-1 1 0,1 0 0,0 0 0,-5 2 0,8-3 0,1 0 0,0 0 0,0 0 0,0 0 0,0 0 0,-1 0 0,1 0 0,0 1 0,0-1 0,0 0 0,0 0 0,-1 0 0,1 0 0,0 0 0,0 0 0,0 1 0,0-1 0,0 0 0,0 0 0,0 0 0,-1 0 0,1 1 0,0-1 0,0 0 0,0 0 0,0 0 0,0 1 0,0-1 0,0 0 0,0 0 0,0 0 0,0 1 0,0-1 0,0 0 0,0 0 0,0 0 0,0 0 0,0 1 0,0-1 0,1 0 0,-1 0 0,0 0 0,0 1 0,0-1 0,0 0 0,0 0 0,0 0 0,0 0 0,1 0 0,-1 1 0,24 9 0,213 46 0,-57-16 0,77 30 0,130 31 0,-370-97 0,-12-4 0,1 1 0,-1 0 0,0 0 0,0 0 0,-1 1 0,1-1 0,0 1 0,0 1 0,-1-1 0,1 1 0,6 4 0,-10-6 0,-1 0 0,1-1 0,-1 1 0,0 0 0,1-1 0,-1 1 0,0 0 0,1-1 0,-1 1 0,0 0 0,0 0 0,0-1 0,0 1 0,0 0 0,0 0 0,0-1 0,0 1 0,0 0 0,0 0 0,0 0 0,0-1 0,0 1 0,0 0 0,-1-1 0,1 1 0,0 0 0,-1 0 0,1-1 0,-1 1 0,1 0 0,0-1 0,-1 1 0,1-1 0,-1 1 0,0-1 0,1 1 0,-1-1 0,0 1 0,-29 16 0,-57 16 0,-2-4 0,-1-3 0,-96 13 0,104-27 0,-1-4 0,-154-5 0,222-2 0,-1 0 0,1 1 0,-25 6 0,22-4 0,0 0 0,-23 0 0,19-4 0,-1-1 0,0-2 0,1 0 0,0-1 0,-23-8 0,-104-42 0,81 22 0,63 29 0,-1 0 0,1 0 0,0-1 0,0 0 0,0 0 0,0 0 0,1-1 0,0 0 0,-6-7 0,10 11 0,-1 0 0,1 0 0,-1-1 0,1 1 0,-1 0 0,1-1 0,0 1 0,-1-1 0,1 1 0,0 0 0,0-1 0,0 1 0,0 0 0,0-1 0,1 1 0,-1-1 0,0 1 0,1 0 0,-1-1 0,0 1 0,1 0 0,0-1 0,-1 1 0,1 0 0,0 0 0,0 0 0,-1 0 0,1 0 0,0 0 0,0 0 0,3-2 0,1-2 0,2 1 0,-1-1 0,1 1 0,11-5 0,247-103 0,-2 2 0,-262 109 0,0 1 0,0 0 0,-1 0 0,1-1 0,0 1 0,0-1 0,-1 1 0,1 0 0,0-1 0,0 0 0,-1 1 0,1-1 0,0 1 0,-1-1 0,1 0 0,-1 1 0,1-1 0,-1 0 0,1 0 0,-1 0 0,0 0 0,0 1 0,-1-1 0,1 1 0,0-1 0,-1 1 0,1 0 0,0-1 0,-1 1 0,1-1 0,-1 1 0,1 0 0,-1 0 0,1-1 0,-1 1 0,1 0 0,-1 0 0,1-1 0,-1 1 0,0 0 0,1 0 0,-1 0 0,0 0 0,-53-5 0,36 4 0,-123-19 0,-185-51 0,317 69 0,-20-5 0,0-1 0,1-2 0,-50-23 0,76 32 0,0 0 0,1 0 0,-1 0 0,1 0 0,-1 0 0,1 0 0,-1-1 0,1 1 0,0 0 0,-1-1 0,1 1 0,0-1 0,0 0 0,0 1 0,0-1 0,0-3 0,0 4 0,1 0 0,0-1 0,0 1 0,0 0 0,0-1 0,0 1 0,0 0 0,1-1 0,-1 1 0,0 0 0,1 0 0,-1-1 0,1 1 0,-1 0 0,1 0 0,0 0 0,-1-1 0,3 0 0,0-2 0,0 1 0,1 0 0,0-1 0,0 2 0,0-1 0,0 0 0,0 1 0,0 0 0,1-1 0,-1 2 0,8-3 0,419-124 0,-403 121 0,0 2 0,1 0 0,0 2 0,-1 2 0,33 1 0,-230-17 0,94 11 0,242 6 0,0 7 0,0 8 0,179 40 0,-336-53 0,96 24 0,-94-22 0,-1 1 0,1-1 0,-1 2 0,0-1 0,0 2 0,16 11 0,-26-17 0,0 0 0,0 0 0,1 0 0,-1 0 0,0 0 0,0 1 0,0-1 0,0 0 0,0 0 0,0 1 0,-1-1 0,1 1 0,0-1 0,-1 1 0,1-1 0,-1 1 0,1-1 0,-1 1 0,0-1 0,0 1 0,0 0 0,0-1 0,0 1 0,0-1 0,0 1 0,0 0 0,0-1 0,-1 1 0,1-1 0,-1 1 0,1-1 0,-1 1 0,0-1 0,1 0 0,-1 1 0,0-1 0,0 0 0,-2 3 0,-5 4 0,0 0 0,0-1 0,0 0 0,-18 11 0,11-7 0,-54 36 0,-1-4 0,-2-2 0,-2-3 0,-2-4 0,-1-3 0,-1-4 0,-127 28 0,204-55 0,-1 0 0,0 1 0,0-1 0,1 0 0,-1 1 0,0 0 0,0-1 0,1 1 0,-1 0 0,1 0 0,-1 0 0,1 0 0,-3 2 0,4-2 0,-1-1 0,1 1 0,0-1 0,0 1 0,0-1 0,0 1 0,0-1 0,0 0 0,0 1 0,0-1 0,0 1 0,0-1 0,0 1 0,0-1 0,0 1 0,0-1 0,0 1 0,0-1 0,0 1 0,1-1 0,-1 0 0,0 1 0,0-1 0,1 1 0,-1-1 0,0 0 0,0 1 0,1-1 0,-1 0 0,0 1 0,1-1 0,0 1 0,3 2 0,1 0 0,0 0 0,0 0 0,0-1 0,1 0 0,-1 0 0,0 0 0,7 1 0,260 41 0,-169-31 0,747 93-639,4-45 0,-616-61 639,-219 4 200,-19-4-190,0 0 0,1 0 0,-1 0 0,0 0 0,0 0 0,0 0 0,0 0 0,0 0 0,1 0 0,-1 0 0,0 1 0,0-1 0,0 0 0,0 0 0,0 0 0,0 0 0,1 0 0,-1 0 0,0 1-1,0-1 1,0 0 0,0 0 0,0 0 0,0 0 0,0 1 0,0-1 0,0 0 0,0 0 0,0 0 0,0 1 0,0-1 0,0 0 0,0 0 0,0 0 0,0 0 0,0 1 0,0-1 0,0 0 0,0 0 0,0 0 0,0 0 0,0 1 0,-1-1 0,-1 2 48,0 0 0,0-1 0,-1 1 1,1-1-1,-1 1 0,1-1 0,-1 0 0,1 0 0,-1 0 0,-4 1 0,-60 14-58,-130 13 0,96-17 0,-395 49 0,-8-34 0,464-27 0,49-1 0,76-1 0,186 1-92,432-6-619,1-39 222,-646 38 489,62-3 0,-108 12 76,-14 4 123,-24 10 392,-63 26-407,-119 38 0,-103 16-126,298-92-58,-303 79 0,222-63 0,-133 9 0,192-27 0,26-1 0,-1 0 0,1 0 0,-1 1 0,1 1 0,-1-1 0,1 2 0,0-1 0,-12 5 0,-127 43 0,146-50 0,98-31 0,-2-4 0,126-66 0,-188 85 0,-24 13 0,-4 1 0,0 0 0,1 0 0,-1 0 0,0 0 0,0 0 0,0-1 0,0 0 0,-1 0 0,1 0 0,-1 0 0,0-1 0,6-6 0,-9 9 0,0 1 0,0-1 0,0 0 0,0 1 0,1-1 0,-1 0 0,0 1 0,0-1 0,-1 0 0,1 1 0,0-1 0,0 0 0,0 1 0,0-1 0,0 0 0,-1 1 0,1-1 0,0 1 0,-1-1 0,1 0 0,0 1 0,-1-1 0,1 1 0,-1-1 0,1 1 0,-1-1 0,1 1 0,-1-1 0,1 1 0,-1 0 0,1-1 0,-1 1 0,0 0 0,1-1 0,-2 1 0,-27-9 0,28 9 0,-60-8 0,-1 2 0,0 3 0,-78 6 0,60-1 0,51 0 0,-29 0 0,55-2 0,0 0 0,-1-1 0,1 1 0,0-1 0,0 0 0,0 0 0,-1 0 0,1 0 0,0 0 0,0-1 0,0 1 0,1-1 0,-4-2 0,5 4 0,1-1 0,-1 1 0,1-1 0,-1 1 0,1-1 0,-1 1 0,1-1 0,0 1 0,-1-1 0,1 0 0,0 1 0,-1-1 0,1 0 0,0 1 0,0-1 0,0 0 0,0 1 0,0-1 0,-1 0 0,1 1 0,0-1 0,1 0 0,-1 0 0,0 1 0,0-1 0,0 0 0,0 0 0,16-17 0,33-11 0,26-5-92,2 3 1,105-27-1,170-24-496,-77 25 394,292-20 1,-545 75 193,-14 0 0,1 1 0,-1 1 0,1-1 0,-1 2 0,0-1 0,1 1 0,10 2 0,-17 1 0,-11 1 0,-23 9 264,-44 12-1,15-5 74,-444 164-473,-42 15-450,526-193 586,-12 5 0,-1-1 0,-56 10 0,77-20 3,20-3 218,27-6 395,546-77-336,-340 55-292,-174 21 12,336-59 0,-390 64 0,-11 2 0,-26-1 0,-176 6 0,177-2 0,-288 12-218,-808 22-1285,1091-34 1503,21 0 0,-1 0 0,0-1 0,1 0 0,-1-1 0,1 0 0,-1 0 0,-8-3 0,17 4 0,0 0 0,0 0 0,0 0 0,-1-1 0,1 1 0,0 0 0,0 0 0,0 0 0,-1 0 0,1 0 0,0 0 0,0 0 0,0-1 0,0 1 0,-1 0 0,1 0 0,0 0 0,0 0 0,0-1 0,0 1 0,0 0 0,0 0 0,0 0 0,-1-1 0,1 1 0,0 0 0,0 0 0,0 0 0,0-1 0,0 1 0,0 0 0,0 0 0,0-1 0,0 1 0,0 0 0,0 0 0,0 0 0,0-1 0,0 1 0,0 0 0,1 0 0,-1 0 0,0-1 0,0 1 0,0 0 0,0 0 0,0 0 0,0-1 0,1 1 0,-1 0 0,0 0 0,0 0 0,0 0 0,0 0 0,1-1 0,-1 1 0,0 0 0,0 0 0,0 0 0,1 0 0,-1 0 0,0 0 0,0 0 0,0 0 0,1 0 0,-1 0 0,10-5 69,-1 0 1,1 1-1,0 1 1,1-1-1,-1 2 1,0-1-1,16 0 0,11-4 310,964-138 408,-948 141-787,-22 2 0,-70 2 0,-73 6 0,-200 35 0,-110 52 0,291-62 0,274-51 0,516-63-948,-5 2-62,-394 34 954,-242 40 124,-23 3 123,-37 2 480,-193 9 352,-2 6-962,-88 6-225,-1951 214-3487,2275-233 3651,-42 6-41,29-4 82,17-3 122,151-30 1984,-68 11-1528,237-45 193,254-57-2162,-200 22 1230,-10-31 48,-348 122 86,-11 7 3,0-1-1,-1 0 1,1-1 0,-1 0 0,0 0-1,0-1 1,0 0 0,10-10-1,-16 15 5,-1-1 1,1 0-1,0 0 0,-1 0 0,1 0 1,0 1-1,-1-1 0,1 0 0,-1 0 0,0 0 1,1 0-1,-1 0 0,0 0 0,0 0 1,1 0-1,-1 0 0,0 0 0,0 0 0,0 0 1,0 0-1,0-1 0,-1 1 0,1 0 1,0 0-1,0 0 0,-1 0 0,1 0 0,0 0 1,-1 1-1,1-1 0,-1 0 0,1 0 1,-1 0-1,0 0 0,1 0 0,-1 1 0,0-1 1,0 0-1,-1 0 0,-1-2 46,-1 0 0,0 1 0,0 0 0,0 0 0,-1 0 0,1 0 0,0 1 0,-6-2 0,-35-3-67,0 1 0,0 2 0,0 3 0,-56 5 0,47-2 0,-93 7 0,-185 36 0,314-43 0,13-1 0,0-1 0,0 1 0,0-2 0,0 1 0,0 0 0,0-1 0,0 0 0,-1 0 0,1-1 0,-9-1 0,14 2 0,0 0 0,-1 0 0,1 0 0,-1-1 0,1 1 0,0 0 0,-1 0 0,1-1 0,-1 1 0,1 0 0,0 0 0,-1-1 0,1 1 0,0 0 0,0-1 0,-1 1 0,1-1 0,0 1 0,0 0 0,-1-1 0,1 1 0,0-1 0,0 1 0,0 0 0,0-1 0,0 1 0,0-1 0,0 1 0,0-1 0,0 1 0,0 0 0,0-1 0,0 0 0,9-17 0,3 5 0,0 0 0,1 1 0,1 1 0,0 0 0,0 0 0,27-13 0,-40 23 0,163-92-361,225-92 0,-292 142 100,1138-438-1193,-1184 465 1435,76-22-27,-112 35 72,-1 0 0,0 1 0,1 1 0,-1 0 0,1 1 0,23 3 0,-35-2 16,0 0 1,0 0 0,0 0-1,-1 0 1,1 0 0,0 0-1,-1 1 1,1-1 0,-1 1 0,1 0-1,-1 0 1,0 0 0,1 0-1,-1 0 1,0 0 0,2 4-1,3 5 301,-1-1-1,9 23 0,-11-23-200,1 0 0,0 1 0,11 14 0,-2-8-142,1-1 0,1-1 0,34 27 0,63 32 0,-103-68 0,103 60-249,138 57 0,129 30-255,-345-140 503,222 81-2,-177-69 3,103 18 1,-147-40-40,6 3 241,-63 4 636,-28-1-837,-1-3 0,1-1 0,-57-3 0,55-1-1,-389-1 0,315-6 0,-193-34 0,314 40 0,1-1 0,-1 0 0,1 0 0,-1 0 0,1 0 0,0-1 0,0 1 0,-1-1 0,1 0 0,0 0 0,1 0 0,-1 0 0,0-1 0,-3-3 0,6 5 0,-1 1 0,1-1 0,-1 0 0,1 0 0,-1 0 0,1 0 0,-1-1 0,1 1 0,0 0 0,0 0 0,0 0 0,-1 0 0,1 0 0,0 0 0,0 0 0,0 0 0,1 0 0,-1-1 0,1 0 0,-1-1 0,2 1 0,-1 0 0,0 0 0,0-1 0,1 1 0,-1 0 0,1 0 0,0 1 0,0-1 0,0 0 0,4-3 0,17-10 0,1 1 0,1 0 0,1 2 0,33-12 0,-47 19 0,239-88-383,2 12 1,5 10-1,295-40 0,-525 106 378,46-7-12,1 3 0,83 1 1,-116 12 16,-41-4-1,-1 0 0,1 0 0,-1 0 0,1 0-1,-1 0 1,1 0 0,-1 0 0,1 0 0,-1 0 0,1 0 0,-1 0 0,1 0 0,-1 0 0,1 1 0,-1-1 0,0 0 0,1 0 0,-1 1 0,1-1 0,-1 0 0,0 1 0,1-1 0,-1 0 0,0 1-1,1-1 1,-1 0 0,0 1 0,1-1 0,-1 1 0,0-1 0,0 1 0,0-1 0,1 1 0,-1-1 0,0 1 0,0-1 0,0 1 0,0 0 0,-1 0 19,0 1 1,-1-1 0,1 1-1,-1-1 1,1 1-1,-1-1 1,1 0 0,-1 0-1,0 0 1,-2 2 0,-35 17 362,0-1 0,-44 14 1,24-10-264,-193 70-193,-100 23-744,-1531 431-4096,1562-464 3429,288-75 1432,23-5 241,-1 0 0,1-1 1,-1 0-1,-21-5 964,32 3-1132,16-8 404,1 0 1,1 1-1,-1 1 0,1 1 0,33-6 1,-17 3-15,160-34 538,211-54 747,-383 90-1694,38-16 0,-60 22 0,0 0 0,-1 0 0,1 0 0,0 0 0,0 0 0,0 0 0,-1-1 0,1 1 0,0 0 0,0 0 0,0 0 0,-1 0 0,1 0 0,0-1 0,0 1 0,0 0 0,0 0 0,-1 0 0,1 0 0,0-1 0,0 1 0,0 0 0,0 0 0,0 0 0,0-1 0,0 1 0,0 0 0,0 0 0,0-1 0,0 1 0,-1 0 0,1 0 0,0-1 0,1 1 0,-1 0 0,0 0 0,0 0 0,0-1 0,0 1 0,0 0 0,0 0 0,0-1 0,0 1 0,0 0 0,0 0 0,0 0 0,1-1 0,-1 1 0,0 0 0,0 0 0,0 0 0,0 0 0,1-1 0,-1 1 0,0 0 0,0 0 0,0 0 0,1 0 0,-1 0 0,-30-4 0,-36 4 15,-125 17 0,-72 28-82,176-29-21,-218 44-514,-121 21 577,406-77 25,19-3 0,16-3 0,621-93-55,-1-50 737,-580 126-557,-43 11-125,-19 3 0,-28 3 0,-68 10-16,-154 33-1,196-30-56,-319 69-289,39-7 196,333-71 166,-12 2 0,1 0 0,-1-1 0,0-2 0,-30 0 0,50-1 2,0 0 1,0 0-1,-1 1 1,1-1-1,0 0 1,0 0-1,-1 0 1,1 0-1,0 0 1,0 0-1,-1 0 1,1 0 0,0-1-1,0 1 1,-1 0-1,1 0 1,0 0-1,0 0 1,-1 0-1,1 0 1,0 0-1,0 0 1,-1-1 0,1 1-1,0 0 1,0 0-1,0 0 1,0-1-1,-1 1 1,1 0-1,0 0 1,0 0-1,0-1 1,0 1 0,0 0-1,0 0 1,-1-1-1,1 1 1,9-8 215,16-5 99,-23 12-317,13-5 0,-1 0 0,0-1 0,18-12 0,-32 19 0,1-1 0,0 1 0,0-1 0,0 0 0,-1 1 0,1-1 0,0 0 0,-1 1 0,1-1 0,-1 0 0,1 1 0,-1-1 0,1 0 0,-1 0 0,0 0 0,1 0 0,-1 0 0,1-1 0,-1 2 0,-1-1 0,1 0 0,0 1 0,0-1 0,0 1 0,-1-1 0,1 1 0,0-1 0,0 1 0,-1 0 0,1-1 0,0 1 0,-1-1 0,1 1 0,-1 0 0,1-1 0,-1 1 0,1 0 0,0-1 0,-1 1 0,1 0 0,-1 0 0,0-1 0,-5-1 0,1 1 0,-1-1 0,0 1 0,1 0 0,-1 0 0,-6 1 0,-76 1 0,0 5 0,-97 17 0,130-15 0,-322 58 0,83-13 0,280-51 0,5 0 0,-1-1 0,1 1 0,0-2 0,0 1 0,-19-3 0,27 2 0,1 0 0,-1 0 0,1 1 0,-1-1 0,1 0 0,-1-1 0,1 1 0,-1 0 0,1 0 0,-1 0 0,1 0 0,-1 0 0,0 0 0,1-1 0,-1 1 0,1 0 0,0 0 0,-1-1 0,1 1 0,-1 0 0,1-1 0,-1 1 0,1-1 0,0 1 0,-1 0 0,1-1 0,0 1 0,-1-1 0,1 1 0,0-1 0,0 1 0,-1-1 0,1 1 0,0-1 0,0 1 0,0-1 0,0 1 0,0-1 0,0 0 0,0 1 0,0-1 0,0 1 0,0-1 0,0 1 0,0-1 0,0 1 0,0-1 0,0 1 0,1-1 0,-1 1 0,0-1 0,0 1 0,1-1 0,-1 1 0,0-1 0,1 1 0,-1-1 0,0 1 0,1 0 0,0-1 0,32-27 0,13-2 0,2 3 0,59-25 0,-103 51 0,500-202-835,15 35-1,-168 70 824,-3 31-97,-327 65 109,-9 0 0,-1 1 0,1 0 0,-1 0 0,19 3 0,-84 13 932,38-11-713,-4 0-5,0 1 0,-34 13-1,46-11-213,12-3 0,30 0 0,170 2 0,-87-4 0,187 7-164,1384 113-2676,-1403-80 2622,-270-40 218,-7-1 0,-1 0 0,1 1 0,-1-1 0,1 1 0,-1 1 0,0-1 0,0 1 0,0 1 0,0-1 0,8 7 0,-14-10 0,-1 1 0,1-1 0,-1 1-1,1-1 1,-1 1 0,1-1 0,-1 1 0,0-1 0,1 1 0,-1-1 0,0 1 0,0-1 0,1 1 0,-1 0 0,0-1 0,0 1 0,0-1 0,0 1 0,0 0 0,0-1 0,0 1 0,0 0 0,0-1 0,0 1 0,0 0 0,0-1 0,0 1 0,0-1 0,-1 1 0,1 0 0,0-1 0,-1 1 0,1-1 0,0 1 0,-1-1 0,1 1 0,0-1 0,-1 1 0,-25 17 164,-11 0 397,-1-2-1,-68 18 1,87-28-446,-1105 270 3,1093-270-118,5-1 0,0 0 0,-1-2 0,1-1 0,-43-2 0,69 0 9,0 0-1,0-1 1,0 1-1,1 0 0,-1 0 1,0 0-1,0 0 1,0-1-1,0 1 1,0 0-1,0 0 0,1 0 1,-1 0-1,0-1 1,0 1-1,0 0 1,0 0-1,0-1 0,0 1 1,0 0-1,0 0 1,0 0-1,0-1 1,0 1-1,0 0 0,0 0 1,0 0-1,0-1 1,0 1-1,0 0 1,-1 0-1,1 0 0,0-1 1,0 1-1,0 0 1,0 0-1,0 0 1,0 0-1,-1-1 0,1 1 1,0 0-1,0 0 1,0 0-1,0 0 1,-1 0-1,1 0 0,0-1 1,0 1-1,0 0 1,-1 0-1,1 0 1,0 0-1,0 0 0,0 0 1,-1 0-1,1 0 1,22-11 601,-20 10-584,151-55 7,-56 23-39,-50 17 6,-30 12 0,-1-2 0,0 0 0,-1 0 0,28-17 0,-42 23 0,-1-1 0,1 1 0,0-1 0,0 1 0,-1-1 0,1 0 0,0 1 0,-1-1 0,1 0 0,-1 1 0,1-1 0,-1 0 0,1 0 0,-1 1 0,0-1 0,1 0 0,-1-1 0,0 2 0,0-1 0,0 1 0,0-1 0,0 1 0,0-1 0,0 1 0,0 0 0,-1-1 0,1 1 0,0 0 0,0-1 0,-1 1 0,1-1 0,0 1 0,0 0 0,-1-1 0,1 1 0,0 0 0,-1 0 0,1-1 0,0 1 0,-1 0 0,1 0 0,-1-1 0,-3 0 0,0-1 0,0 1 0,0 0 0,0 1 0,0-1 0,0 1 0,-4-1 0,-26 2 0,-1 1 0,1 2 0,1 1 0,-37 11 0,-136 46 0,167-49 0,-544 204 0,567-210 0,9-4 0,-1 0 0,1 1 0,0 0 0,0 0 0,-7 6 0,28-9 0,9-4 0,6-1 0,-22 4 0,1-1 0,0 0 0,0 0 0,-1-1 0,12-4 0,-58 2 0,48-4 0,9 0 0,0 1 0,26-8 0,-13 5 0,918-245 0,-912 248 0,76-6 0,-112 13 0,-1 0 0,1 0 0,-1 0 0,1 0 0,-1 0 0,0 0 0,1-1 0,-1 1 0,1 1 0,-1-1 0,1 0 0,-1 0 0,1 0 0,-1 0 0,0 0 0,1 0 0,-1 0 0,1 1 0,-1-1 0,0 0 0,1 0 0,-1 1 0,0-1 0,1 0 0,-1 0 0,0 1 0,1-1 0,-1 0 0,0 1 0,1-1 0,-1 1 0,-7 13 0,-30 18 0,28-25 0,-209 161 0,215-165 0,-30 24 0,32-26 0,1-1 0,-1 0 0,1 1 0,0-1 0,0 1 0,-1-1 0,1 1 0,0-1 0,0 1 0,-1-1 0,1 1 0,0-1 0,0 1 0,0-1 0,0 1 0,0-1 0,0 1 0,0-1 0,0 1 0,0-1 0,0 1 0,0-1 0,0 1 0,0-1 0,1 1 0,-1 0 0,1 0 0,0 0 0,0 0 0,0-1 0,0 1 0,0-1 0,0 1 0,0 0 0,0-1 0,0 0 0,0 1 0,0-1 0,0 0 0,0 1 0,0-1 0,0 0 0,2 0 0,39 4 0,0-2 0,71-5 0,-31-1 0,-56 3 0,1-2 0,-1-1 0,0-1 0,33-11 0,97-41 0,11-18 0,268-162 0,-284 142 0,-145 92 0,0-1 0,0 2 0,0-1 0,0 0 0,0 1 0,1 1 0,-1-1 0,1 1 0,10-1 0,64 2 0,-48 1 0,30-2 0,-1-3 0,93-18 0,-80 10 0,124-29 0,-154 28 0,1 3 0,82-9 0,-106 16 0,-1-1 0,36-12 0,-36 10 0,1 0 0,35-4 0,-21 7 0,62 3 0,-83 5 0,-16-4 0,1 0 0,-1-1 0,0 1 0,0 0 0,0 0 0,0 0 0,0-1 0,0 1 0,0 0 0,0-1 0,0 1 0,0-1 0,-1 1 0,1-1 0,0 1 0,-2-1 0,-277 88 0,190-63 0,-27 8-35,-762 189-828,877-222 863,-30 6 0,1-1 0,-51 1 0,70-8 449,33-2 0,397-60-431,-218 30-166,-6 2-2,258-37-191,0 39 180,-447 30 158,17 1-26,-22 3 67,-13 3 86,-180 59 528,-686 274-1518,842-324 866,23-11 0,-1 1 0,1 0 0,0 1 0,1 1 0,-18 12 0,31-20 0,-1 1 0,1-1 0,0 0 0,0 0 0,-1 0 0,1 0 0,0 1 0,-1-1 0,1 0 0,0 0 0,0 0 0,0 1 0,-1-1 0,1 0 0,0 0 0,0 1 0,0-1 0,-1 0 0,1 1 0,0-1 0,0 0 0,0 0 0,0 1 0,0-1 0,0 0 0,0 1 0,0-1 0,0 0 0,0 1 0,0-1 0,0 0 0,0 1 0,0-1 0,0 0 0,0 1 0,0-1 0,0 0 0,0 1 0,0-1 0,1 0 0,-1 0 0,0 1 0,0-1 0,0 0 0,0 0 0,1 1 0,-1-1 0,0 0 0,0 0 0,1 1 0,-1-1 0,0 0 0,0 0 0,1 0 0,-1 0 0,0 1 0,1-1 0,-1 0 0,0 0 0,1 0 0,-1 0 0,13 3 0,0-1 0,0 0 0,0 0 0,0-2 0,1 0 0,13-1 0,5 0 0,476-24 753,-359 15-640,-120 10-113,-68 5 0,-219 22 0,-162 12 0,410-38 0,-23-2 0,32 0 0,0 1 0,0 0 0,0-1 0,0 1 0,1-1 0,-1 1 0,0-1 0,0 0 0,0 1 0,1-1 0,-1 0 0,0 1 0,1-1 0,-1 0 0,1 0 0,-1 0 0,1 0 0,-1 0 0,1 0 0,-1 1 0,1-1 0,0 0 0,0 0 0,-1 0 0,1 0 0,0 0 0,0 0 0,0-2 0,0 1 0,0 1 0,0-1 0,-1 1 0,1 0 0,-1-1 0,1 1 0,-1-1 0,1 1 0,-1 0 0,0 0 0,0-1 0,1 1 0,-1 0 0,0 0 0,0 0 0,0 0 0,-1 0 0,1 0 0,0 0 0,-2-1 0,-32-13 0,-3 7 0,-1 0 0,1 3 0,-1 1 0,-52 2 0,39 0 0,-647 21-380,-1 49-16,679-65 395,-45 1 390,-67-3-1,116 0-388,0 1 0,0 1 0,0 1 0,0 0 0,1 1 0,-21 10 0,6-4 0,-37 11 0,-1-3 0,-80 11 0,-144 1 0,215-21 0,48-5 0,-42 1 0,56-8 0,16 2 0,-1 0 0,1-1 0,0 1 0,0 0 0,0 0 0,0 0 0,0 0 0,-1 0 0,1 0 0,0 0 0,0 0 0,0 0 0,0 0 0,0 0 0,0-1 0,0 1 0,-1 0 0,1 0 0,0 0 0,0 0 0,0 0 0,0 0 0,0-1 0,0 1 0,0 0 0,0 0 0,0 0 0,0 0 0,0 0 0,0-1 0,0 1 0,0 0 0,0 0 0,0 0 0,0 0 0,0-1 0,0 1 0,0 0 0,0 0 0,0 0 0,0 0 0,0 0 0,0-1 0,0 1 0,2-2 0,1 1 0,-1-1 0,0 0 0,0 1 0,1 0 0,-1-1 0,1 1 0,-1 0 0,1 0 0,4 0 0,225-53 0,-204 48 0,271-48-164,128-13-655,2025-225-4096,-2129 262 3932,85-4-690,-247 26 3136,-330 19 503,-29 14-983,-89 25-153,-90 23-624,-960 242-2177,662-149 21,73-30 1703,541-127 1738,-1-2-1,0-2 0,-118-9 1,35 1-179,-433 3-1312,409 12 0,24 0 0,21-13 0,-51 3 0,77 9 0,-52 2 0,101-13 0,29-1 0,1 1 0,-1 0 0,1 1 0,0 1 0,0 1 0,0 1 0,-26 9 0,68-10 0,120-4 0,34-7 0,116-9-164,136-10-655,107-8-164,2747-128-3993,-2735 139 4054,204-3-497,695-39-1815,-283-67 8005,-492-33 2831,-613 151-7443,-40 11-162,-1-1 1,0-1-1,0 0 1,0-1 0,18-12-1,15-5 3,-51 24 0,0 0 0,1-1 0,-1 1 0,0 0 0,0 0 0,0 0 0,0-1 0,0 1 0,0 0 0,0 0 0,-1 0 0,1-1 0,0 1 0,0 0 0,0 0 0,0 0 0,0-1 0,0 1 0,0 0 0,0 0 0,0 0 0,0 0 0,-1-1 0,1 1 0,0 0 0,0 0 0,0 0 0,0 0 0,-1 0 0,1 0 0,0-1 0,0 1 0,0 0 0,0 0 0,-1 0 0,1 0 0,0 0 0,0 0 0,0 0 0,-1 0 0,1 0 0,0 0 0,0 0 0,-1 0 0,1 0 0,0 0 0,-1 0 0,-15-4 0,-307-40 0,219 31 0,-853-82-1283,-3 24-491,660 50 1611,-40-9 243,-252-12 385,571 43 7,17 0-300,1-1-1,-1 0 1,0 1-1,1-1 1,-1-1-1,0 1 1,0 0-1,1-1 1,-1 0-1,0 0 1,-4-2-1,8 3-167,-1 0-1,1 0 1,0 0-1,0-1 1,0 1-1,0 0 1,0 0-1,-1-1 1,1 1-1,0 0 1,0 0-1,0 0 1,0-1-1,0 1 1,0 0-1,0-1 1,0 1-1,0 0 0,0 0 1,0-1-1,0 1 1,0 0-1,0 0 1,0-1-1,0 1 1,0 0-1,0 0 1,0-1-1,0 1 1,1 0-1,-1 0 1,0 0-1,0-1 1,0 1-1,0 0 1,1 0-1,-1 0 1,0-1-1,0 1 1,0 0-1,1 0 1,-1 0-1,0 0 1,0-1-1,0 1 1,1 0-1,-1 0 1,0 0-1,0 0 1,1 0-1,-1 0 0,19-8-39,39-4 36,0 2 0,70-4 0,-82 11 0,953-32 0,-1084 48 0,-337 57-164,57 3-655,-542 123-1320,-33 7-1252,807-180 3432,119-21 924,23-4-127,28-2 144,443-3 2246,-1 29-3869,-247-9-20,-70-5 620,677 22-525,-814-31 549,-9 0 83,-27 3 852,-464 43 483,259-43-1401,223-2 0,0 0 0,0-1 0,0-1 0,-1 1 0,13-5 0,18-4 0,169-51 0,156-53-164,119-41-655,-91 33 86,464-152-877,-9-30-518,-683 237 1810,-146 59 305,1 0 0,29-20 1,-35 14 12,-11 14 0,0 0 0,0-1 0,-1 1 0,1 0 0,0-1 0,0 1 0,0 0 0,0-1 0,0 1 0,0 0 0,-1-1 0,1 1 0,0 0 0,0-1 0,-1 1 0,1 0 0,0 0 0,0-1 0,-1 1 0,1 0 0,0 0 0,-1-1 0,1 1 0,0 0 0,-1 0 0,1 0 0,0 0 0,-1 0 0,1 0 0,0-1 0,-1 1 0,0 0 0,-9-1 0,0 1 0,0 0 0,0 0 0,0 1 0,-14 2 0,-90 18 81,-175 55 1,-34 33 738,-1250 565-2074,1554-665 1213,-31 14 11,2 3-1,-52 36 0,94-58 70,0 0 1,1 0-1,-1 1 0,1 0 1,-7 9-1,12-13-1,-1 0 0,0 0 0,1 0 0,-1 0 0,1 0 0,-1 0 0,1 0 0,0 0 0,-1 0-1,1 0 1,0 0 0,0 0 0,0 0 0,-1 0 0,1 0 0,0 0 0,1 0 0,-1 0 0,0 1 0,0-1-1,0 0 1,1 0 0,-1 0 0,0 0 0,1 0 0,-1 0 0,1 0 0,-1 0 0,1 0 0,0-1 0,-1 1-1,1 0 1,0 0 0,-1 0 0,1-1 0,0 1 0,0 0 0,0-1 0,0 1 0,0-1 0,0 1 0,0-1 0,0 1-1,1-1 1,18 9 215,-1-2 0,1-1-1,0 0 1,0-2 0,0 0-1,36 1 1,-24-1-60,228 18 666,141-6-697,125-8-940,2197-33-5121,-2478 12 5899,-322 25 1480,19 0-994,-126 20 498,-968 194 1603,990-195-2998,-200 29 155,381-62 256,218-25 0,37-16-44,1204-283-53,-1443 316 114,17-4-13,74-31 0,-123 44-7,0 0 0,-1 0 1,1-1-1,0 1 1,-1-1-1,1 1 1,0-1-1,-1 0 1,0 0-1,1 0 0,-1 0 1,0 0-1,0-1 1,0 1-1,1-4 1,-2 5 3,-1 0 1,0 1 0,0-1-1,0 0 1,0 1 0,0-1 0,0 0-1,0 0 1,0 1 0,-1-1-1,1 0 1,0 1 0,0-1 0,0 0-1,-1 1 1,1-1 0,0 1-1,-1-1 1,1 0 0,-1 1-1,1-1 1,-1 1 0,0-1 0,-26-15 161,-7 4 350,-1 2-1,-58-8 1,58 11-326,-936-121 165,673 95-369,288 32 17,0 0 0,1 0 0,-1-1 0,1-1 0,-1 1 0,-9-6 0,18 8 6,1 0 1,-1 0-1,1 0 0,0 0 0,-1 0 0,1 0 0,-1 0 0,1 0 0,0 0 0,-1-1 0,1 1 0,-1 0 0,1 0 0,0-1 0,-1 1 0,1 0 0,0 0 0,-1-1 0,1 1 0,0 0 1,0-1-1,-1 1 0,1 0 0,0-1 0,0 1 0,0-1 0,-1 1 0,1 0 0,0-1 0,0 1 0,0-1 0,0 1 0,0 0 0,0-1 0,0 1 0,0-1 0,0 1 0,0 0 0,0-1 0,0 1 1,0-1-1,0 1 0,0-1 0,1 1 0,-1 0 0,0-1 0,0 1 0,0 0 0,1-1 0,-1 1 0,0 0 0,0-1 0,1 1 0,-1 0 0,0-1 0,1 1 0,-1 0 0,0 0 0,1-1 0,-1 1 1,0 0-1,1 0 0,-1 0 0,1-1 0,33-11 538,-26 10-493,-5 1-51,53-20 0,-53 19 0,1 1 0,-1-1 0,0 0 0,1 0 0,-1 0 0,0-1 0,0 1 0,0-1 0,-1 1 0,1-1 0,0 0 0,2-4 0,-5 7 0,0-1 0,0 1 0,0 0 0,0 0 0,0 0 0,0-1 0,0 1 0,1 0 0,-1 0 0,0 0 0,0 0 0,0-1 0,0 1 0,0 0 0,0 0 0,0 0 0,0-1 0,-1 1 0,1 0 0,0 0 0,0 0 0,0-1 0,0 1 0,0 0 0,0 0 0,0 0 0,0 0 0,0 0 0,-1-1 0,1 1 0,0 0 0,0 0 0,0 0 0,0 0 0,0 0 0,-1 0 0,1-1 0,0 1 0,0 0 0,0 0 0,0 0 0,-1 0 0,1 0 0,0 0 0,0 0 0,0 0 0,-1 0 0,-15 0 0,-14 6 0,12 0 0,-40 11 0,-73 35 0,130-52 0,1 0 0,0 0 0,0 0 0,0 0 0,-1 0 0,1 0 0,0 0 0,0 0 0,0 0 0,-1 0 0,1 0 0,0 0 0,0 0 0,0 0 0,0 0 0,-1 0 0,1 0 0,0 0 0,0 1 0,0-1 0,0 0 0,-1 0 0,1 0 0,0 0 0,0 0 0,0 0 0,0 1 0,0-1 0,0 0 0,0 0 0,-1 0 0,1 0 0,0 1 0,0-1 0,0 0 0,0 0 0,0 0 0,0 1 0,0-1 0,0 0 0,0 0 0,0 0 0,0 1 0,0-1 0,0 0 0,0 0 0,0 0 0,0 0 0,0 1 0,0-1 0,0 0 0,1 0 0,12 3 0,22-5 0,-27 1 0,0-1 0,0-1 0,0 0 0,-1 0 0,9-4 0,-15 6 0,1 0 0,0 0 0,-1 0 0,1-1 0,-1 1 0,1 0 0,-1 0 0,0-1 0,1 1 0,-1-1 0,0 0 0,2-2 0,-3 3 0,0 0 0,0 0 0,1 0 0,-1 0 0,0-1 0,0 1 0,0 0 0,0 0 0,-1 0 0,1 0 0,0 0 0,0 0 0,-1 0 0,1 0 0,0 0 0,-1 0 0,1 0 0,-1 0 0,1 0 0,-1 1 0,1-1 0,-1 0 0,0 0 0,0 0 0,-1 0 0,-3-4 0,0 1 0,0 0 0,0 0 0,-1 1 0,0 0 0,0 0 0,0 0 0,-9-2 0,-56-14 0,48 14 0,-278-49 0,93 21 0,201 32 0,0-1 0,0 1 0,0-1 0,0-1 0,1 1 0,-1-1 0,0 0 0,-9-6 0,13 6 0,0 0 0,1 0 0,-1 0 0,1 0 0,-1 0 0,1 0 0,0 0 0,0-1 0,0 1 0,1-1 0,-1 0 0,1 1 0,0-1 0,0 0 0,0 0 0,0-7 0,-2 0 0,1 1 0,-1-1 0,-1 1 0,0 0 0,-1 0 0,0 0 0,0 0 0,-1 1 0,0 0 0,-1 0 0,1 1 0,-2 0 0,1 0 0,-18-13 0,-1 1 0,0 1 0,-2 1 0,-56-26 0,20 16-86,0 2 0,-114-27 1,-150-8-593,101 34 79,-1 9 0,-1 11-1,-1 10 1,-305 42 0,192 9 284,2 15-1,-394 135 1,695-192 321,21-7 47,0 2-1,-27 12 1,94-25 1271,653-102 2065,-656 102-3389,-7 0 0,0 2 0,0 1 0,0 2 0,46 4 0,-82-2 0,-1-1 0,1 1 0,0-1 0,0 1 0,0 0 0,0 0 0,-1 0 0,1 0 0,0 0 0,-1 0 0,1 0 0,-1 1 0,1-1 0,-1 1 0,0-1 0,1 1 0,-1-1 0,0 1 0,0 0 0,0-1 0,0 1 0,1 3 0,-2-3 0,1 0 0,0 0 0,0 0 0,0 0 0,0-1 0,0 1 0,0 0 0,0-1 0,1 1 0,-1-1 0,1 0 0,-1 1 0,1-1 0,-1 0 0,1 0 0,0 0 0,-1 0 0,1 0 0,0 0 0,0 0 0,0-1 0,0 1 0,0 0 0,3-1 0,16 0 0,-1 0 0,0-2 0,0-1 0,0 0 0,0-2 0,0 0 0,33-14 0,-24 9 0,1148-406-981,-1146 402 981,-31 14 0,0 0 0,-1 0 0,1 0 0,0 0 0,0 0 0,0 0 0,0 0 0,0 0 0,-1 0 0,1 0 0,0 0 0,0 0 0,0 0 0,0 0 0,0 0 0,-1 0 0,1 0 0,0 0 0,0-1 0,0 1 0,0 0 0,0 0 0,0 0 0,0 0 0,-1 0 0,1 0 0,0 0 0,0-1 0,0 1 0,0 0 0,0 0 0,0 0 0,0 0 0,0 0 0,0-1 0,0 1 0,0 0 0,0 0 0,0 0 0,0 0 0,0-1 0,0 1 0,0 0 0,0 0 0,0 0 0,0 0 0,0 0 0,0-1 0,0 1 0,0 0 0,0 0 0,0 0 0,1 0 0,-1 0 0,0 0 0,0-1 0,0 1 0,0 0 0,0 0 0,0 0 0,0 0 0,1 0 0,-10-1 70,1 0-1,0 1 0,0 1 1,0-1-1,0 1 0,0 1 1,-1-1-1,-7 4 0,-4-1 125,-648 173-31,646-168-163,21-9 0,1 0 0,0 0 0,0 0 0,0 0 0,0 0 0,0 0 0,0 0 0,-1 0 0,1 0 0,0 0 0,0 0 0,0 0 0,0 0 0,0 1 0,0-1 0,0 0 0,-1 0 0,1 0 0,0 0 0,0 0 0,0 0 0,0 0 0,0 0 0,0 1 0,0-1 0,0 0 0,0 0 0,0 0 0,0 0 0,0 0 0,0 0 0,0 1 0,0-1 0,0 0 0,0 0 0,0 0 0,0 0 0,0 0 0,0 0 0,0 1 0,0-1 0,0 0 0,0 0 0,0 0 0,0 0 0,0 0 0,0 0 0,0 1 0,0-1 0,0 0 0,0 0 0,1 0 0,-1 0 0,0 0 0,0 0 0,0 0 0,0 0 0,0 0 0,0 0 0,1 1 0,41 3 0,756-24-591,-650 11 551,1-6 1,250-59 0,-945 269-433,373-128 255,-67 23-18,-239 94 35,447-171 200,-52 29 0,84-42 3,-1 0-1,1 0 0,-1 1 1,1-1-1,-1 0 0,1 0 0,-1 1 1,1-1-1,-1 0 0,1 1 0,0-1 1,-1 0-1,1 1 0,-1-1 0,1 0 1,0 1-1,0-1 0,-1 1 0,1-1 1,0 1-1,-1-1 0,1 1 0,0-1 1,0 1-1,0-1 0,0 1 0,0-1 1,0 1-1,0-1 0,-1 2 0,16 3 190,32-3 443,-47-2-624,69-5 315,128-26 0,66-36-53,-251 64-273,0-1 0,-1 0 0,1-1 0,-1 0 0,20-12 0,-30 16 0,-1 1 0,1 0 0,-1 0 0,1-1 0,-1 1 0,1-1 0,-1 1 0,1 0 0,-1-1 0,0 1 0,1-1 0,-1 1 0,0-1 0,1 1 0,-1-1 0,0 0 0,0 1 0,1-1 0,-1 1 0,0-1 0,0 0 0,0 1 0,0-1 0,0 1 0,0-1 0,0 0 0,0 1 0,0-1 0,0 1 0,0-1 0,0 0 0,0 0 0,-1 0 0,0-1 0,0 1 0,0 0 0,-1 0 0,1 0 0,0 0 0,0 0 0,-1 0 0,1 0 0,0 1 0,-1-1 0,-1-1 0,-49-12 0,-13 4 0,-114-3 0,-70 15 0,201 0 0,35-2 0,26 1 0,35-1 0,1634 0-1636,-1659 0 1636,-10-1 0,1 1 0,-1 1 0,24 4 0,-35-5 12,-1 0 1,0 1-1,0-1 0,1 0 0,-1 1 1,0-1-1,0 0 0,0 1 0,0 0 1,0-1-1,1 1 0,-1 0 1,0-1-1,0 1 0,-1 0 0,1 0 1,0 0-1,0 0 0,0 0 0,-1 0 1,1 0-1,0 0 0,-1 0 0,1 0 1,-1 1-1,1-1 0,-1 0 1,0 0-1,1 0 0,-1 1 0,0-1 1,0 0-1,0 0 0,0 1 0,0-1 1,0 0-1,0 0 0,0 1 1,-1-1-1,0 2 0,-1 5 157,-1-1 0,-1 0 0,1 1 0,-1-1 0,-6 7 0,8-10-159,-215 274 117,120-162-145,93-112 18,1 1 0,-1 0 0,1 0 0,0 0 0,0 0 0,0 1 0,1-1 0,0 1 0,0-1 0,0 1 0,1 0 0,-1 7 0,2-10 0,0 0 0,0 0 0,1 0 0,-1 0 0,1-1 0,0 1 0,-1 0 0,2 0 0,-1-1 0,0 1 0,0 0 0,1-1 0,0 1 0,-1-1 0,1 0 0,0 0 0,0 1 0,0-1 0,0-1 0,1 1 0,-1 0 0,0 0 0,1-1 0,-1 1 0,1-1 0,5 2 0,17 7 0,0-1 0,0-1 0,1-2 0,0 0 0,45 3 0,135-4 0,-173-6 0,-15-1 0,0 2 0,22 1 0,-37-1 0,1 1 0,-1-1 0,0 1 0,1-1 0,-1 1 0,0 0 0,0 1 0,0-1 0,0 0 0,0 1 0,0 0 0,0-1 0,0 1 0,0 0 0,-1 1 0,1-1 0,3 5 0,-5-6 0,-1-1 0,1 1 0,0 0 0,-1 0 0,1 1 0,-1-1 0,1 0 0,-1 0 0,0 0 0,1 0 0,-1 0 0,0 0 0,0 1 0,0-1 0,1 0 0,-1 0 0,-1 0 0,1 0 0,0 1 0,0-1 0,0 0 0,-1 0 0,1 0 0,-1 2 0,-1-1 0,1 0 0,-1 0 0,1 0 0,-1-1 0,0 1 0,0-1 0,1 1 0,-1-1 0,0 1 0,0-1 0,-4 2 0,-6 1 0,-1 0 0,1 0 0,-20 3 0,28-7 0,-12 3 0,1 1 0,0 0 0,-23 10 0,34-12 0,0 0 0,0 0 0,0 1 0,0-1 0,0 1 0,1 0 0,-5 5 0,6-7 0,1 1 0,0 0 0,0-1 0,0 1 0,0 0 0,0-1 0,0 1 0,1 0 0,-1 0 0,1 0 0,-1 0 0,1-1 0,-1 1 0,1 0 0,0 0 0,0 0 0,0 0 0,0 2 0,1-2 0,-1-1 0,1 1 0,0-1 0,-1 0 0,1 1 0,0-1 0,0 0 0,-1 0 0,1 1 0,0-1 0,0 0 0,1 0 0,-1 0 0,0 0 0,0 0 0,0 0 0,1 0 0,-1-1 0,0 1 0,1 0 0,-1-1 0,1 1 0,-1-1 0,1 0 0,-1 1 0,1-1 0,-1 0 0,1 0 0,2 0 0,5 1 0,0-1 0,1-1 0,15-2 0,28-9 0,0-2 0,-1-3 0,70-32 0,-68 27 0,753-339 0,-805 360 0,27-15 0,-21 7 0,-8 9 0,0 0 0,0-1 0,0 1 0,0 0 0,0 0 0,0-1 0,-1 1 0,1 0 0,0 0 0,0 0 0,0-1 0,0 1 0,-1 0 0,1 0 0,0 0 0,0 0 0,0-1 0,-1 1 0,1 0 0,0 0 0,0 0 0,-1 0 0,1 0 0,0 0 0,0 0 0,-1 0 0,1 0 0,0 0 0,0 0 0,-1 0 0,1 0 0,0 0 0,0 0 0,-1 0 0,1 0 0,0 0 0,0 0 0,-1 0 0,-21 0 0,0 2 0,0 0 0,-38 9 0,-71 25 0,71-18 0,-437 148 0,458-140 0,-1 0 0,39-25 0,-1 0 0,0 0 0,0 0 0,0-1 0,0 1 0,-1 0 0,1-1 0,0 1 0,0-1 0,0 0 0,0 0 0,-1 0 0,1 0 0,0 0 0,-4-1 0,5 0 0,-1 0 0,0 0 0,1 0 0,-1 0 0,1 0 0,-1 0 0,1 0 0,0-1 0,-1 1 0,1-1 0,0 1 0,0-1 0,0 1 0,0-1 0,0 0 0,0 1 0,1-1 0,-1 0 0,0 0 0,1 1 0,0-1 0,-1 0 0,1 0 0,0 0 0,0 0 0,0 0 0,0 0 0,0 0 0,0 1 0,1-1 0,0-2 0,0-2 0,0 0 0,0 0 0,1 0 0,-1 1 0,2-1 0,-1 0 0,0 1 0,1 0 0,5-8 0,16-13 0,2 0 0,0 2 0,2 0 0,41-26 0,-39 28 0,810-527 0,-826 540 0,-11 6 0,0 1 0,1-1 0,-1 1 0,1 0 0,-1 0 0,1 0 0,0 0 0,0 1 0,0-1 0,0 1 0,0 0 0,7 0 0,-11 1 0,0 0 0,0 0 0,0 0 0,1 0 0,-1 0 0,0 0 0,0 0 0,0 1 0,0-1 0,0 0 0,1 0 0,-1 0 0,0 0 0,0 0 0,0 1 0,0-1 0,0 0 0,0 0 0,0 0 0,0 1 0,0-1 0,0 0 0,1 0 0,-1 0 0,0 1 0,0-1 0,0 0 0,0 0 0,0 0 0,0 0 0,-1 1 0,1-1 0,0 0 0,0 0 0,0 0 0,0 1 0,0-1 0,0 0 0,0 0 0,0 0 0,0 0 0,0 1 0,-1-1 0,1 0 0,0 0 0,0 0 0,0 0 0,0 0 0,0 1 0,-1-1 0,-5 11 0,-1-1 0,0 1 0,-1-1 0,-13 13 0,-1 2 0,-123 142-143,-349 413-865,143-150 819,342-418 301,-1 0-1,2 0 1,-1 1 0,2 0-1,-10 21 1,16-30-85,0 0 0,0 0-1,0 0 1,0 0 0,0 0 0,1 0 0,0 0 0,0 1-1,0-1 1,0 0 0,1 0 0,0 0 0,0 0-1,0 0 1,0 0 0,0 0 0,1 0 0,0 0-1,0 0 1,0-1 0,0 1 0,1-1 0,-1 0-1,4 4 1,7 7-27,0-2 0,1 1 0,0-2 0,1 0 0,1-1 0,-1 0 0,31 12 0,-34-16 0,0-2 0,0 0 0,0 0 0,0-1 0,0-1 0,1 0 0,0 0 0,-1-1 0,1-1 0,0 0 0,-1-1 0,18-3 0,-20 1 0,-1-1 0,1 0 0,0 0 0,-1 0 0,0-2 0,0 1 0,-1-1 0,1 0 0,11-12 0,8-10 0,29-38 0,-27 30 0,-4 3 0,-18 22 0,0 0 0,20-18 0,-28 29 0,-1 0 0,1 0 0,0 0 0,0 1 0,0-1 0,0 0 0,0 0 0,0 0 0,0 0 0,0 1 0,0-1 0,0 0 0,0 0 0,0 0 0,0 0 0,0 0 0,0 1 0,0-1 0,0 0 0,0 0 0,0 0 0,1 0 0,-1 1 0,0-1 0,0 0 0,0 0 0,0 0 0,0 0 0,0 0 0,0 0 0,0 1 0,1-1 0,-1 0 0,0 0 0,0 0 0,0 0 0,0 0 0,0 0 0,1 0 0,-1 0 0,0 0 0,0 0 0,0 0 0,0 0 0,0 0 0,1 0 0,-1 0 0,0 0 0,0 0 0,0 0 0,0 0 0,1 0 0,-1 0 0,0 0 0,0 0 0,0 0 0,0 0 0,0 0 0,1 0 0,-1 0 0,0 0 0,0 0 0,0 0 0,0-1 0,1 1 0,-2 11 0,0 1 0,0-1 0,-1 0 0,-1 0 0,0-1 0,-7 20 0,-6 16 0,-13 51-29,-294 1007-1490,322-1101 1516,-45 183-23,46-184 26,-1 0 0,1 0 0,-1 1 0,1-1 0,0 0 0,0 1 0,0-1 0,0 0 0,0 1 0,1-1 0,0 4 0,-1-6 0,0 0 0,1 0 0,-1 0 0,0 1 0,1-1 0,-1 0 0,1 0 0,-1 0 0,0 0 0,1 0 0,-1 0 0,1 0 0,-1 0 0,0 0 0,1 0 0,-1 0 0,0 0 0,1 0 0,-1 0 0,1 0 0,-1 0 0,0-1 0,1 1 0,-1 0 0,0 0 0,1 0 0,-1-1 0,0 1 0,1 0 0,-1 0 0,0-1 0,1 1 0,-1 0 0,0 0 0,0-1 0,0 1 0,1 0 0,-1-1 0,12-13 0,-1 1 0,10-18 0,70-111 0,42-89-164,29-78-535,14-67 195,411-1259-3129,-523 1407 2019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4:02:25.9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1 209 24575,'55'62'0,"-42"-45"0,0-1 0,2 0 0,0-1 0,21 16 0,-18-17 0,1-2 0,0 0 0,1 0 0,1-2 0,-1-1 0,1 0 0,1-1 0,26 5 0,32 2 0,121 8 0,-150-20 0,1-3 0,-1-3 0,79-13 0,-102 9 0,0-1 0,-1-2 0,34-16 0,24-9 0,-49 20 0,0-1 0,-2-2 0,35-24 0,-28 16 0,51-23 0,-161 44 0,-395 17 0,1 30 0,304-20 0,157-21 0,0-1 0,0 0 0,-1 1 0,1 0 0,0-1 0,0 1 0,0 0 0,0 0 0,-1 1 0,2-1 0,-1 0 0,0 1 0,0-1 0,0 1 0,1-1 0,-1 1 0,0 0 0,-1 3 0,2-4 0,1 1 0,0-1 0,-1 0 0,1 0 0,0 1 0,0-1 0,0 0 0,0 0 0,0 1 0,0-1 0,1 0 0,-1 0 0,0 0 0,1 1 0,-1-1 0,1 0 0,-1 0 0,1 0 0,-1 0 0,1 0 0,0 0 0,0 0 0,-1 0 0,1 0 0,0 0 0,0 0 0,0 0 0,0-1 0,0 1 0,0 0 0,0-1 0,0 1 0,0 0 0,1-1 0,1 1 0,12 6 0,0-1 0,1 0 0,0-1 0,0-1 0,20 3 0,89 7 0,-100-12 0,484 9 0,-501-11 0,0 0 0,0 0 0,0 1 0,10 2 0,-17-3 0,0 1 0,0-1 0,0 0 0,0 0 0,-1 1 0,1-1 0,0 1 0,0-1 0,0 1 0,-1-1 0,1 1 0,0-1 0,-1 1 0,1 0 0,0-1 0,-1 1 0,1 0 0,-1-1 0,1 3 0,0-2 0,-1 0 0,0 0 0,-1 0 0,1 0 0,0 0 0,0 0 0,0 0 0,-1 0 0,1 0 0,0 0 0,-1 0 0,1 0 0,-1 0 0,1 0 0,-1 0 0,1 0 0,-1 0 0,0 0 0,0-1 0,1 1 0,-2 1 0,-24 23 0,-35 27 0,-20 19 0,57-47 0,2 1 0,1 1 0,0 1 0,3 1 0,0 0 0,1 2 0,2 0 0,2 0 0,-13 39 0,23-58 0,1 1 0,1-1 0,-1 1 0,2 0 0,0 0 0,0-1 0,1 1 0,0 0 0,1-1 0,1 1 0,0-1 0,0 0 0,1 1 0,0-2 0,1 1 0,0 0 0,12 16 0,-11-18 0,1 0 0,0-1 0,0 0 0,1 0 0,-1-1 0,2 0 0,-1 0 0,1-1 0,0 0 0,0-1 0,1 1 0,-1-2 0,1 0 0,0 0 0,1 0 0,-1-2 0,0 1 0,1-1 0,19 1 0,-21-3 0,0-1 0,0 0 0,0 0 0,0-1 0,0 0 0,-1-1 0,1 0 0,-1 0 0,1-1 0,-1 0 0,0 0 0,-1-1 0,1 0 0,-1 0 0,7-7 0,9-9 0,-1-2 0,-1 0 0,22-32 0,235-371-296,-33-25 0,-225 414 296,53-118 0,-68 136-25,-14 41 148,-11 34-68,4 1 0,2 1 0,2 0 0,3 1 0,3 0 0,2 0 0,2 1-1,10 80 1,-6-120-55,2 0 0,0 0 0,2 0 0,0-1 0,1 0 0,1 0 0,0 0 0,2-1 0,0-1 0,23 31 0,-21-35 0,0 0 0,0 0 0,1-1 0,1-1 0,0 0 0,1-1 0,0-1 0,0 0 0,1-1 0,0 0 0,0-2 0,30 9 0,-26-10 0,1-1 0,0-1 0,0-1 0,0-1 0,0-1 0,0-1 0,0 0 0,0-2 0,0 0 0,0-2 0,-1 0 0,0-1 0,33-15 0,-36 13 0,0-1 0,-1 0 0,0-2 0,0 0 0,-2-1 0,1 0 0,-1-1 0,-1 0 0,0-1 0,-1-1 0,-1 0 0,0-1 0,-1 0 0,-1 0 0,11-28 0,-13 26 0,-1 0 0,-1 0 0,-1-1 0,-1 0 0,0 0 0,-1 0 0,-1 0 0,-1 0 0,-1 0 0,-1 0 0,0 0 0,-9-34 0,4 30 0,-1 0 0,-1 1 0,-1 0 0,-1 1 0,-1 0 0,-1 1 0,0 0 0,-2 1 0,-29-31 0,1 11 0,-2 2 0,-1 2 0,-51-29 0,42 28 0,65 33 0,8 3 0,26 1 0,-4-1 0,0 2 0,0 1 0,70 16 0,-100-17 0,0 1 0,-1 0 0,1 1 0,-1 0 0,0 0 0,0 1 0,0 0 0,0 1 0,-1 0 0,0 0 0,-1 1 0,1 0 0,-1 1 0,0-1 0,-1 1 0,0 0 0,0 1 0,-1 0 0,0-1 0,5 13 0,-3 0 0,-1-1 0,-1 1 0,-1 0 0,-1 0 0,-1 0 0,0 41 0,-21 130 0,9-113 0,-21 119 0,19-142 155,-21 64 0,21-83-490,1 0 0,2 2 0,1-1 0,-3 69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8680" y="2069250"/>
            <a:ext cx="7772400" cy="1470025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</a:t>
            </a:r>
            <a:r>
              <a:rPr lang="en-GB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GrahRAG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Financial Question Answering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4088" y="3815861"/>
            <a:ext cx="7936992" cy="2240280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 Vishnuvardhan Chowdary – CB.SC.U4AIE23219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CB Harsha Vardhan – CB.SC.U4AIE23220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 Charuhas Reddy – CB.SC.U4AIE23233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Y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Bhasith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 Reddy – CB.SC.U4AIE23264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Number: C09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Ardra P.S</a:t>
            </a:r>
          </a:p>
          <a:p>
            <a:endParaRPr dirty="0"/>
          </a:p>
        </p:txBody>
      </p:sp>
      <p:pic>
        <p:nvPicPr>
          <p:cNvPr id="4" name="Picture 3" descr="1ebf939e-38c1-4044-bb92-b6712d24ad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11" y="167685"/>
            <a:ext cx="5332778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65760" y="1238666"/>
            <a:ext cx="10241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REVIEW – B.TECH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90611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| Project Progress Since Zeroth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33146"/>
            <a:ext cx="8147304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Reasoning Experiment: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Tested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FinQA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with 100% gold retrieval, proving that LLM reasoning accuracy sharply drops from 100% (3-step) to 20% (4-step) across 5 distinct failure modes</a:t>
            </a:r>
          </a:p>
          <a:p>
            <a:pPr lvl="0"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Adaptive Query Router Built: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a 4-route controller (Vector, Graph, Symbolic, Hybrid) combining entity extraction, topology density and PPR ranking with 100% routing accuracy</a:t>
            </a:r>
          </a:p>
          <a:p>
            <a:pPr lvl="0"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Evidence Formatter Developed: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Typed Markdown table formatting improving distractor resistance from 66.7% → 100% on complex entity classification queries</a:t>
            </a:r>
          </a:p>
          <a:p>
            <a:pPr lvl="0"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Hybrid Retrieval: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Concurrent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ThreadPool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retrieval merging vector text passages with PPR-ranked graph triples for multi-faceted financial queries</a:t>
            </a:r>
          </a:p>
          <a:p>
            <a:pPr lvl="0"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| Motivation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24951"/>
            <a:ext cx="7702062" cy="5138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defRPr sz="1900"/>
            </a:pPr>
            <a:r>
              <a:rPr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financial reports contain interconnected textual and numerical information spread across multiple sections and fiscal years. Existing RAG systems struggle with multi-hop financial reasoning, treat all queries with identical retrieval strategies, and provide limited evidence traceability.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agentic retrieval system combining graph traversal, hybrid passage search, and symbolic computation for multi-hop financial question answering over </a:t>
            </a:r>
            <a:r>
              <a:rPr lang="en-GB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FinReflectKG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query-adaptive routing controller that dispatches queries to lightweight or comprehensive retrieval paths based on estimated complexity — not one uniform strategy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mitigate the retrieval-vs-reasoning gap through structured evidence formatting, and measure answer traceability via claim-level provenance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| </a:t>
            </a: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Consolidated </a:t>
            </a: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&amp; </a:t>
            </a: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97760A-16B7-0CA3-3E96-B8B7C8B5D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352539"/>
              </p:ext>
            </p:extLst>
          </p:nvPr>
        </p:nvGraphicFramePr>
        <p:xfrm>
          <a:off x="502919" y="1011115"/>
          <a:ext cx="8210256" cy="537210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52564">
                  <a:extLst>
                    <a:ext uri="{9D8B030D-6E8A-4147-A177-3AD203B41FA5}">
                      <a16:colId xmlns:a16="http://schemas.microsoft.com/office/drawing/2014/main" val="4139831832"/>
                    </a:ext>
                  </a:extLst>
                </a:gridCol>
                <a:gridCol w="2052564">
                  <a:extLst>
                    <a:ext uri="{9D8B030D-6E8A-4147-A177-3AD203B41FA5}">
                      <a16:colId xmlns:a16="http://schemas.microsoft.com/office/drawing/2014/main" val="3303125121"/>
                    </a:ext>
                  </a:extLst>
                </a:gridCol>
                <a:gridCol w="2052564">
                  <a:extLst>
                    <a:ext uri="{9D8B030D-6E8A-4147-A177-3AD203B41FA5}">
                      <a16:colId xmlns:a16="http://schemas.microsoft.com/office/drawing/2014/main" val="881098287"/>
                    </a:ext>
                  </a:extLst>
                </a:gridCol>
                <a:gridCol w="2052564">
                  <a:extLst>
                    <a:ext uri="{9D8B030D-6E8A-4147-A177-3AD203B41FA5}">
                      <a16:colId xmlns:a16="http://schemas.microsoft.com/office/drawing/2014/main" val="4123419327"/>
                    </a:ext>
                  </a:extLst>
                </a:gridCol>
              </a:tblGrid>
              <a:tr h="375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Paper</a:t>
                      </a:r>
                      <a:endParaRPr lang="en-GB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Core Approach</a:t>
                      </a:r>
                      <a:endParaRPr lang="en-GB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Key Result</a:t>
                      </a:r>
                      <a:endParaRPr lang="en-GB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Gap</a:t>
                      </a:r>
                      <a:endParaRPr lang="en-GB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204367669"/>
                  </a:ext>
                </a:extLst>
              </a:tr>
              <a:tr h="94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GraphRAG (Edge et al., 2024)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LLM-generated KG + community summarization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Better comprehensiveness than vanilla RAG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No financial QA; expensive graph construction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935526420"/>
                  </a:ext>
                </a:extLst>
              </a:tr>
              <a:tr h="94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Think-on-Graph (Sun et al., 2023)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LLM as graph-traversal agent via beam search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Higher multi-hop accuracy with interpretable paths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Not evaluated on financial documents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723108809"/>
                  </a:ext>
                </a:extLst>
              </a:tr>
              <a:tr h="122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HybridRAG (Sarmah et al., 2024)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Vector + KG retrieval fused before generation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Outperforms standalone Vector/Graph RAG in financial QA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Fixed pipeline, no adaptive routing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44009424"/>
                  </a:ext>
                </a:extLst>
              </a:tr>
              <a:tr h="94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Adaptive-RAG (Jeong et al., 2024)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Lightweight classifier routes by query complexity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Matches expensive multi-step at 1.03 avg steps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General QA only, no graph evidence or financial domain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329247162"/>
                  </a:ext>
                </a:extLst>
              </a:tr>
              <a:tr h="94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FinReflectKG-MultiHop (Arun et al., 2025)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Multi-hop subgraph mining from FinReflectKG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KG retrieval +24% accuracy, -84.5% token cost</a:t>
                      </a:r>
                      <a:endParaRPr lang="en-GB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Benchmark only — no agentic QA system built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5460227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736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| Finalized System Architecture &amp; Methodology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4980DDA-2C52-F565-63F1-53630378017A}"/>
                  </a:ext>
                </a:extLst>
              </p14:cNvPr>
              <p14:cNvContentPartPr/>
              <p14:nvPr/>
            </p14:nvContentPartPr>
            <p14:xfrm>
              <a:off x="1443822" y="910980"/>
              <a:ext cx="4937760" cy="1152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4980DDA-2C52-F565-63F1-5363037801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0822" y="847980"/>
                <a:ext cx="5063400" cy="12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D06F77-7EA3-06B3-7199-1082217C7310}"/>
                  </a:ext>
                </a:extLst>
              </p14:cNvPr>
              <p14:cNvContentPartPr/>
              <p14:nvPr/>
            </p14:nvContentPartPr>
            <p14:xfrm>
              <a:off x="5890542" y="2421900"/>
              <a:ext cx="978840" cy="455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7D06F77-7EA3-06B3-7199-1082217C73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27902" y="2359260"/>
                <a:ext cx="1104480" cy="5814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Content Placeholder 12">
            <a:extLst>
              <a:ext uri="{FF2B5EF4-FFF2-40B4-BE49-F238E27FC236}">
                <a16:creationId xmlns:a16="http://schemas.microsoft.com/office/drawing/2014/main" id="{9B94CDEA-6AFE-4B85-8602-A709D6D588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96"/>
          <a:stretch>
            <a:fillRect/>
          </a:stretch>
        </p:blipFill>
        <p:spPr>
          <a:xfrm>
            <a:off x="175491" y="818750"/>
            <a:ext cx="8968509" cy="55579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035" y="239151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| Implementation Status – Prototype / Proof-of-Concept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E1C1FE-206D-1D85-F979-2802DFEEDA26}"/>
              </a:ext>
            </a:extLst>
          </p:cNvPr>
          <p:cNvSpPr txBox="1"/>
          <p:nvPr/>
        </p:nvSpPr>
        <p:spPr>
          <a:xfrm>
            <a:off x="371035" y="1371600"/>
            <a:ext cx="8641079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 0–3 Multi-Tier Pipeline: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Fully implemented and benchmarked, progressing from zero-context parametric baseline to full Agentic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Query Router: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Fast-path regex + LLM fallback with topology density scoring and sub-0.4s routing decision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Evidence Formatter: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Markdown table generator grouping metrics, risks, and market conditions with 0% fact-dropping guarantee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Hybrid &amp; Symbolic Engines: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Concurrent retrieval merging vector text with graph triples, alongside deterministic Python arithmetic for multi-year YoY growth</a:t>
            </a: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| Experimental Setup &amp; Test Cases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2AEDB0-3AF5-7801-2F0E-1F7AA3CF3C8A}"/>
              </a:ext>
            </a:extLst>
          </p:cNvPr>
          <p:cNvSpPr txBox="1"/>
          <p:nvPr/>
        </p:nvSpPr>
        <p:spPr>
          <a:xfrm>
            <a:off x="764931" y="1257300"/>
            <a:ext cx="8062546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Scope: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51,927 triplets from SEC 10-K filings dataset + 20 stratified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FinQA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questions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Stack: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BAAI/bge-small-en-v1.5 embeddings (384-dim), Neo4j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AuraDB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snapshot, Qwen 3.8-27B LLM.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Scenarios: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Oracle Reasoning Test (isolating reasoning from retrieval), Adaptive Routing Ablation (A1–A6), Formatting Ablation, and 3-Way Hybrid Retrieval Evaluation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Routing Accuracy (%), Distractor Resistance (%), Latency Reduction (%), YoY Math Exact Match (%), End-to-End Latency (s)</a:t>
            </a: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 | Results – Quantitative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74C56-17C8-BECE-900F-CF6F43A79EFF}"/>
              </a:ext>
            </a:extLst>
          </p:cNvPr>
          <p:cNvSpPr txBox="1"/>
          <p:nvPr/>
        </p:nvSpPr>
        <p:spPr>
          <a:xfrm>
            <a:off x="502920" y="998447"/>
            <a:ext cx="7507224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Reasoning Degradation: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 accuracy on 3-step reasoning drops to 20% on 4-step reasoning (60% overall), validating the necessity of structured evidence formatting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Routing Efficiency: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6/6 (100%) routing accuracy, achieving 64% – 83% latency reduction on descriptive queries by avoiding heavy graph traversals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Distractor Resistance: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Structured Markdown tables improved factual focus from 66.7% (raw triples) → 100% on complex entity classification queries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Math Precision: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 exact numerical match on multi-year financial growth queries, eliminating arithmetic hallucinations.</a:t>
            </a: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 | Results Analysis &amp; Interpretation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807C9-34F1-B375-54CE-534349CFA2E2}"/>
              </a:ext>
            </a:extLst>
          </p:cNvPr>
          <p:cNvSpPr txBox="1"/>
          <p:nvPr/>
        </p:nvSpPr>
        <p:spPr>
          <a:xfrm>
            <a:off x="729762" y="1185346"/>
            <a:ext cx="7335246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Retrieval-vs-Reasoning Gap Confirmed: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retrieval recall alone does not guarantee correct answers, raw triple dumps overload LLMs, leading to goal substitution and dropped terms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Formatting Solves Entity-Type Blindness: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Flat triples cause models to confuse risk factors with financial metrics; categorized tables with PRIMARY MATCH anchors restore semantic focus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Vector RAG Fails in Finance: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Dense embeddings capture broad topical keywords but cannot resolve 2-hop regulatory or litigation relationships across corporate entities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Optimization via Routing: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Running full graph traversal on every query wastes 50–80% of compute; adaptive routing preserves accuracy with speed on simple queries</a:t>
            </a: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09 | Prototype / Demonstration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| Current Limitations &amp; Technical 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1DDA3-BDB3-DC43-1021-80577B989D0A}"/>
              </a:ext>
            </a:extLst>
          </p:cNvPr>
          <p:cNvSpPr txBox="1"/>
          <p:nvPr/>
        </p:nvSpPr>
        <p:spPr>
          <a:xfrm>
            <a:off x="502920" y="1049912"/>
            <a:ext cx="8423030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AuraDB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Free-Tier Constraints: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Instance restricts heavy in-memory GDS projections, requiring local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snapshot fallback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FinReflectKG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Coverage Gaps: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Cross-entity ownership queries return empty subgraphs,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has_stake_in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is sparse for MSFT in the dataset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Multi-Step Table Traversal: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Deeply nested tabular accounting footnotes require cell-to-node linking beyond current 2-hop triplet traversal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Provenance Scoring Calibration: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Preliminary claim-level faithfulness scoring requires tighter grounding thresholds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| Remaining Work &amp; Completion Plan</a:t>
            </a:r>
            <a:endParaRPr lang="en-GB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E3776E58-19D4-C26A-4021-F23A820974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8193827"/>
              </p:ext>
            </p:extLst>
          </p:nvPr>
        </p:nvGraphicFramePr>
        <p:xfrm>
          <a:off x="594703" y="683492"/>
          <a:ext cx="8013584" cy="5874112"/>
        </p:xfrm>
        <a:graphic>
          <a:graphicData uri="http://schemas.openxmlformats.org/drawingml/2006/table">
            <a:tbl>
              <a:tblPr firstRow="1" firstCol="1" bandRow="1"/>
              <a:tblGrid>
                <a:gridCol w="2824040">
                  <a:extLst>
                    <a:ext uri="{9D8B030D-6E8A-4147-A177-3AD203B41FA5}">
                      <a16:colId xmlns:a16="http://schemas.microsoft.com/office/drawing/2014/main" val="218121791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2928743028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1724497368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3924981907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2318839503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811972187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531620366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4168274267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1445427091"/>
                    </a:ext>
                  </a:extLst>
                </a:gridCol>
                <a:gridCol w="576616">
                  <a:extLst>
                    <a:ext uri="{9D8B030D-6E8A-4147-A177-3AD203B41FA5}">
                      <a16:colId xmlns:a16="http://schemas.microsoft.com/office/drawing/2014/main" val="3127001081"/>
                    </a:ext>
                  </a:extLst>
                </a:gridCol>
              </a:tblGrid>
              <a:tr h="14603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>
                          <a:effectLst/>
                        </a:rPr>
                        <a:t>‘26</a:t>
                      </a:r>
                      <a:endParaRPr lang="en-IN" sz="12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50" b="1" kern="100" dirty="0">
                          <a:effectLst/>
                        </a:rPr>
                        <a:t>‘27 </a:t>
                      </a:r>
                      <a:endParaRPr lang="en-IN" sz="1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747126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July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Aug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Sep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Oct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Nov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Dec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Jan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Feb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</a:rPr>
                        <a:t>Mar</a:t>
                      </a: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03387088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&amp; dataset exploration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3452543591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KG  &amp;  Neo4j setup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670128608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retrieval (Vector RAG)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6453884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Routing (PPR, Confidence Signal) and Entity extraction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003456462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3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Hybrid Retrieval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3410732702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3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Mid Project Review and Retrieval refinement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560016466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Evidence Formatting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207007599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Symbolic Financial Computation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129566659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Claim Level provenance Scoring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2367130296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3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574918454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consolidation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/>
                </a:tc>
                <a:extLst>
                  <a:ext uri="{0D108BD9-81ED-4DB2-BD59-A6C34878D82A}">
                    <a16:rowId xmlns:a16="http://schemas.microsoft.com/office/drawing/2014/main" val="1031364092"/>
                  </a:ext>
                </a:extLst>
              </a:tr>
              <a:tr h="4392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report + paper writing</a:t>
                      </a:r>
                      <a:endParaRPr lang="en-IN" sz="13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</a:rPr>
                        <a:t> 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</a:rPr>
                        <a:t> 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848" marR="56848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2013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| Project Contribution &amp; Current Achievement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| Team Contribution &amp; Responsibility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F5D51525-19AB-7CD7-25FD-29117403C6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1067467"/>
              </p:ext>
            </p:extLst>
          </p:nvPr>
        </p:nvGraphicFramePr>
        <p:xfrm>
          <a:off x="457200" y="1600200"/>
          <a:ext cx="8229600" cy="4028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8006299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218801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6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Charuhas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&amp; Knowledge Graph — FinReflectKG ingestion, Neo4j setup, graph pattern mining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20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 Harsha Vardhan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Agentic Retrieval Core — vector search, graph traversal, symbolic computation tools, agent orchestration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6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Vishnuvardhan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Routing &amp; Evidence Formatting — complexity estimator, routing controller, structured formatting 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43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Bhasith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Sai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&amp; Provenance — claim-level verification, accuracy analysis, latency/cost benchmarking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7749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|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85F0-1D28-6D4E-100A-CBA1F6E85B4A}"/>
              </a:ext>
            </a:extLst>
          </p:cNvPr>
          <p:cNvSpPr txBox="1">
            <a:spLocks/>
          </p:cNvSpPr>
          <p:nvPr/>
        </p:nvSpPr>
        <p:spPr>
          <a:xfrm>
            <a:off x="502920" y="1186962"/>
            <a:ext cx="8229600" cy="47566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n-GB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 D. Edge et al., </a:t>
            </a:r>
            <a:r>
              <a:rPr lang="en-GB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"From Local to Global: A Graph RAG Approach to Query-Focused Summarization,"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arXiv preprint arXiv:2404.16130, Apr. 2024. </a:t>
            </a:r>
          </a:p>
          <a:p>
            <a:pPr marL="0" indent="0" algn="just">
              <a:buFont typeface="Arial"/>
              <a:buNone/>
            </a:pPr>
            <a:endParaRPr lang="en-GB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/>
              <a:buNone/>
            </a:pPr>
            <a:r>
              <a:rPr lang="en-GB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 J. Sun et al., </a:t>
            </a:r>
            <a:r>
              <a:rPr lang="en-GB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"Think-on-Graph: Deep and Responsible Reasoning of Large Language Model on Knowledge Graph,"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in Proc. International Conference on Learning Representations (ICLR), 2024. </a:t>
            </a:r>
          </a:p>
          <a:p>
            <a:pPr marL="0" indent="0" algn="just">
              <a:buFont typeface="Arial"/>
              <a:buNone/>
            </a:pPr>
            <a:endParaRPr lang="en-GB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/>
              <a:buNone/>
            </a:pPr>
            <a:r>
              <a:rPr lang="en-GB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 B. Sarmah, B. Hall, R. Rao, S. Patel, S. Pasquali, and D. Mehta, </a:t>
            </a:r>
            <a:r>
              <a:rPr lang="en-GB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"HybridRAG: Integrating Knowledge Graphs and Vector Retrieval Augmented Generation for Efficient Information Extraction,"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in Proc. International Conference on AI in Finance (ICAIF), 2024. </a:t>
            </a:r>
          </a:p>
          <a:p>
            <a:pPr marL="0" indent="0" algn="just">
              <a:buFont typeface="Arial"/>
              <a:buNone/>
            </a:pPr>
            <a:endParaRPr lang="en-GB" sz="1600"/>
          </a:p>
          <a:p>
            <a:pPr marL="0" indent="0" algn="just">
              <a:buFont typeface="Arial"/>
              <a:buNone/>
            </a:pPr>
            <a:r>
              <a:rPr lang="en-GB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S. Jeong, J. Baek, S. Cho, S. J. Hwang, and J. C. Park, </a:t>
            </a:r>
            <a:r>
              <a:rPr lang="en-GB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"Adaptive-RAG: Learning to Adapt Retrieval-Augmented Large Language Models through Question Complexity," 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 Proc. Conference of the North American Chapter of the Association for Computational Linguistics: Human Language Technologies (NAACL-HLT), 2024.</a:t>
            </a:r>
          </a:p>
          <a:p>
            <a:pPr marL="0" indent="0" algn="just">
              <a:buFont typeface="Arial"/>
              <a:buNone/>
            </a:pPr>
            <a:endParaRPr lang="en-GB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/>
              <a:buNone/>
            </a:pPr>
            <a:r>
              <a:rPr lang="en-GB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A. Arun, R. R. Harsh, B. Sarmah, and S. Pasquali, </a:t>
            </a:r>
            <a:r>
              <a:rPr lang="en-GB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"FinReflectKG-MultiHop: Financial QA Benchmark for Reasoning with Knowledge Graph Evidence,"</a:t>
            </a:r>
            <a:r>
              <a:rPr lang="en-GB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arXiv preprint arXiv:2510.02906, 2025.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1477</Words>
  <Application>Microsoft Office PowerPoint</Application>
  <PresentationFormat>On-screen Show (4:3)</PresentationFormat>
  <Paragraphs>248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Agentic GrahRAG for Financial Question Answering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Harsha Vardhan C.B</cp:lastModifiedBy>
  <cp:revision>44</cp:revision>
  <dcterms:created xsi:type="dcterms:W3CDTF">2013-01-27T09:14:16Z</dcterms:created>
  <dcterms:modified xsi:type="dcterms:W3CDTF">2026-09-18T07:04:55Z</dcterms:modified>
  <cp:category/>
</cp:coreProperties>
</file>